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37A9E-74D9-455B-B576-79DB89AB9A3D}" v="1" dt="2026-08-01T14:57:31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es Belhoussine" userId="8779269a92f3eda0" providerId="LiveId" clId="{EDAE93F2-2B1F-4FE5-BBF4-E2EB8FC2390D}"/>
    <pc:docChg chg="undo custSel addSld modSld">
      <pc:chgData name="Ines Belhoussine" userId="8779269a92f3eda0" providerId="LiveId" clId="{EDAE93F2-2B1F-4FE5-BBF4-E2EB8FC2390D}" dt="2026-08-02T16:06:53.857" v="3696" actId="1076"/>
      <pc:docMkLst>
        <pc:docMk/>
      </pc:docMkLst>
      <pc:sldChg chg="addSp delSp modSp mod modMedia setBg delAnim">
        <pc:chgData name="Ines Belhoussine" userId="8779269a92f3eda0" providerId="LiveId" clId="{EDAE93F2-2B1F-4FE5-BBF4-E2EB8FC2390D}" dt="2026-08-01T20:28:03.114" v="3692" actId="1076"/>
        <pc:sldMkLst>
          <pc:docMk/>
          <pc:sldMk cId="2134890535" sldId="256"/>
        </pc:sldMkLst>
        <pc:spChg chg="mod">
          <ac:chgData name="Ines Belhoussine" userId="8779269a92f3eda0" providerId="LiveId" clId="{EDAE93F2-2B1F-4FE5-BBF4-E2EB8FC2390D}" dt="2026-08-01T15:16:06.798" v="1355" actId="26606"/>
          <ac:spMkLst>
            <pc:docMk/>
            <pc:sldMk cId="2134890535" sldId="256"/>
            <ac:spMk id="2" creationId="{06CB911E-4F3A-802E-CB58-AE40C5C77BFE}"/>
          </ac:spMkLst>
        </pc:spChg>
        <pc:spChg chg="mod">
          <ac:chgData name="Ines Belhoussine" userId="8779269a92f3eda0" providerId="LiveId" clId="{EDAE93F2-2B1F-4FE5-BBF4-E2EB8FC2390D}" dt="2026-08-01T15:16:06.798" v="1355" actId="26606"/>
          <ac:spMkLst>
            <pc:docMk/>
            <pc:sldMk cId="2134890535" sldId="256"/>
            <ac:spMk id="3" creationId="{05132694-4AA9-B4FA-9F87-ECA85AE070AE}"/>
          </ac:spMkLst>
        </pc:spChg>
        <pc:spChg chg="add del">
          <ac:chgData name="Ines Belhoussine" userId="8779269a92f3eda0" providerId="LiveId" clId="{EDAE93F2-2B1F-4FE5-BBF4-E2EB8FC2390D}" dt="2026-08-01T15:14:28.300" v="1335" actId="26606"/>
          <ac:spMkLst>
            <pc:docMk/>
            <pc:sldMk cId="2134890535" sldId="256"/>
            <ac:spMk id="8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09:04.581" v="1240" actId="26606"/>
          <ac:spMkLst>
            <pc:docMk/>
            <pc:sldMk cId="2134890535" sldId="256"/>
            <ac:spMk id="9" creationId="{6F828D28-8E09-41CC-8229-3070B5467A96}"/>
          </ac:spMkLst>
        </pc:spChg>
        <pc:spChg chg="add del">
          <ac:chgData name="Ines Belhoussine" userId="8779269a92f3eda0" providerId="LiveId" clId="{EDAE93F2-2B1F-4FE5-BBF4-E2EB8FC2390D}" dt="2026-08-01T15:14:28.300" v="1335" actId="26606"/>
          <ac:spMkLst>
            <pc:docMk/>
            <pc:sldMk cId="2134890535" sldId="256"/>
            <ac:spMk id="10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09:04.581" v="1240" actId="26606"/>
          <ac:spMkLst>
            <pc:docMk/>
            <pc:sldMk cId="2134890535" sldId="256"/>
            <ac:spMk id="11" creationId="{D5B012D8-7F27-4758-9AC6-C889B154BD73}"/>
          </ac:spMkLst>
        </pc:spChg>
        <pc:spChg chg="add del">
          <ac:chgData name="Ines Belhoussine" userId="8779269a92f3eda0" providerId="LiveId" clId="{EDAE93F2-2B1F-4FE5-BBF4-E2EB8FC2390D}" dt="2026-08-01T15:14:28.300" v="1335" actId="26606"/>
          <ac:spMkLst>
            <pc:docMk/>
            <pc:sldMk cId="2134890535" sldId="256"/>
            <ac:spMk id="12" creationId="{B8EAE243-3A9F-4A46-B0D9-04C723A8A1BD}"/>
          </ac:spMkLst>
        </pc:spChg>
        <pc:spChg chg="add del">
          <ac:chgData name="Ines Belhoussine" userId="8779269a92f3eda0" providerId="LiveId" clId="{EDAE93F2-2B1F-4FE5-BBF4-E2EB8FC2390D}" dt="2026-08-01T15:09:04.581" v="1240" actId="26606"/>
          <ac:spMkLst>
            <pc:docMk/>
            <pc:sldMk cId="2134890535" sldId="256"/>
            <ac:spMk id="13" creationId="{4063B759-00FC-46D1-9898-8E8625268FAF}"/>
          </ac:spMkLst>
        </pc:spChg>
        <pc:spChg chg="add del">
          <ac:chgData name="Ines Belhoussine" userId="8779269a92f3eda0" providerId="LiveId" clId="{EDAE93F2-2B1F-4FE5-BBF4-E2EB8FC2390D}" dt="2026-08-01T15:15:42.594" v="1351" actId="26606"/>
          <ac:spMkLst>
            <pc:docMk/>
            <pc:sldMk cId="2134890535" sldId="256"/>
            <ac:spMk id="18" creationId="{716F42E0-28DF-4093-AFC5-CA01F54C8897}"/>
          </ac:spMkLst>
        </pc:spChg>
        <pc:spChg chg="add del">
          <ac:chgData name="Ines Belhoussine" userId="8779269a92f3eda0" providerId="LiveId" clId="{EDAE93F2-2B1F-4FE5-BBF4-E2EB8FC2390D}" dt="2026-08-01T15:15:42.594" v="1351" actId="26606"/>
          <ac:spMkLst>
            <pc:docMk/>
            <pc:sldMk cId="2134890535" sldId="256"/>
            <ac:spMk id="20" creationId="{4063B759-00FC-46D1-9898-8E8625268FAF}"/>
          </ac:spMkLst>
        </pc:spChg>
        <pc:spChg chg="add del">
          <ac:chgData name="Ines Belhoussine" userId="8779269a92f3eda0" providerId="LiveId" clId="{EDAE93F2-2B1F-4FE5-BBF4-E2EB8FC2390D}" dt="2026-08-01T15:15:42.594" v="1351" actId="26606"/>
          <ac:spMkLst>
            <pc:docMk/>
            <pc:sldMk cId="2134890535" sldId="256"/>
            <ac:spMk id="22" creationId="{D5B012D8-7F27-4758-9AC6-C889B154BD73}"/>
          </ac:spMkLst>
        </pc:spChg>
        <pc:spChg chg="add del">
          <ac:chgData name="Ines Belhoussine" userId="8779269a92f3eda0" providerId="LiveId" clId="{EDAE93F2-2B1F-4FE5-BBF4-E2EB8FC2390D}" dt="2026-08-01T15:15:42.438" v="1350" actId="26606"/>
          <ac:spMkLst>
            <pc:docMk/>
            <pc:sldMk cId="2134890535" sldId="256"/>
            <ac:spMk id="27" creationId="{94714483-7072-431F-9DBE-87F44E4D44BC}"/>
          </ac:spMkLst>
        </pc:spChg>
        <pc:spChg chg="add del">
          <ac:chgData name="Ines Belhoussine" userId="8779269a92f3eda0" providerId="LiveId" clId="{EDAE93F2-2B1F-4FE5-BBF4-E2EB8FC2390D}" dt="2026-08-01T15:15:42.438" v="1350" actId="26606"/>
          <ac:spMkLst>
            <pc:docMk/>
            <pc:sldMk cId="2134890535" sldId="256"/>
            <ac:spMk id="29" creationId="{495892E1-F4A5-4991-AC52-4F417B14A2A2}"/>
          </ac:spMkLst>
        </pc:spChg>
        <pc:spChg chg="add del">
          <ac:chgData name="Ines Belhoussine" userId="8779269a92f3eda0" providerId="LiveId" clId="{EDAE93F2-2B1F-4FE5-BBF4-E2EB8FC2390D}" dt="2026-08-01T15:15:42.438" v="1350" actId="26606"/>
          <ac:spMkLst>
            <pc:docMk/>
            <pc:sldMk cId="2134890535" sldId="256"/>
            <ac:spMk id="39" creationId="{E2683E3F-F855-4549-84F8-42064EC0F247}"/>
          </ac:spMkLst>
        </pc:spChg>
        <pc:spChg chg="add del">
          <ac:chgData name="Ines Belhoussine" userId="8779269a92f3eda0" providerId="LiveId" clId="{EDAE93F2-2B1F-4FE5-BBF4-E2EB8FC2390D}" dt="2026-08-01T15:15:42.438" v="1350" actId="26606"/>
          <ac:spMkLst>
            <pc:docMk/>
            <pc:sldMk cId="2134890535" sldId="256"/>
            <ac:spMk id="47" creationId="{832F3179-0CD5-40C8-9939-D8355006F7BA}"/>
          </ac:spMkLst>
        </pc:spChg>
        <pc:spChg chg="add del">
          <ac:chgData name="Ines Belhoussine" userId="8779269a92f3eda0" providerId="LiveId" clId="{EDAE93F2-2B1F-4FE5-BBF4-E2EB8FC2390D}" dt="2026-08-01T15:16:06.798" v="1355" actId="26606"/>
          <ac:spMkLst>
            <pc:docMk/>
            <pc:sldMk cId="2134890535" sldId="256"/>
            <ac:spMk id="55" creationId="{0ED28709-5CB7-44D6-B3BC-B1C015D6BE3D}"/>
          </ac:spMkLst>
        </pc:spChg>
        <pc:spChg chg="add del">
          <ac:chgData name="Ines Belhoussine" userId="8779269a92f3eda0" providerId="LiveId" clId="{EDAE93F2-2B1F-4FE5-BBF4-E2EB8FC2390D}" dt="2026-08-01T15:16:06.798" v="1355" actId="26606"/>
          <ac:spMkLst>
            <pc:docMk/>
            <pc:sldMk cId="2134890535" sldId="256"/>
            <ac:spMk id="56" creationId="{1AE2FDE4-8ECB-4D0B-B871-D4EE526064C4}"/>
          </ac:spMkLst>
        </pc:spChg>
        <pc:spChg chg="add del">
          <ac:chgData name="Ines Belhoussine" userId="8779269a92f3eda0" providerId="LiveId" clId="{EDAE93F2-2B1F-4FE5-BBF4-E2EB8FC2390D}" dt="2026-08-01T15:16:06.739" v="1354" actId="26606"/>
          <ac:spMkLst>
            <pc:docMk/>
            <pc:sldMk cId="2134890535" sldId="256"/>
            <ac:spMk id="66" creationId="{DDC95FA9-076A-421D-93A3-9C29819EBFC6}"/>
          </ac:spMkLst>
        </pc:spChg>
        <pc:spChg chg="add del">
          <ac:chgData name="Ines Belhoussine" userId="8779269a92f3eda0" providerId="LiveId" clId="{EDAE93F2-2B1F-4FE5-BBF4-E2EB8FC2390D}" dt="2026-08-01T15:16:06.739" v="1354" actId="26606"/>
          <ac:spMkLst>
            <pc:docMk/>
            <pc:sldMk cId="2134890535" sldId="256"/>
            <ac:spMk id="68" creationId="{0A6C8D94-3813-4D93-A6A7-A97EFFBCF3D1}"/>
          </ac:spMkLst>
        </pc:spChg>
        <pc:spChg chg="add del">
          <ac:chgData name="Ines Belhoussine" userId="8779269a92f3eda0" providerId="LiveId" clId="{EDAE93F2-2B1F-4FE5-BBF4-E2EB8FC2390D}" dt="2026-08-01T15:16:06.739" v="1354" actId="26606"/>
          <ac:spMkLst>
            <pc:docMk/>
            <pc:sldMk cId="2134890535" sldId="256"/>
            <ac:spMk id="78" creationId="{AA00467E-A507-4BEF-AAB5-2B35F13FAD33}"/>
          </ac:spMkLst>
        </pc:spChg>
        <pc:spChg chg="add del">
          <ac:chgData name="Ines Belhoussine" userId="8779269a92f3eda0" providerId="LiveId" clId="{EDAE93F2-2B1F-4FE5-BBF4-E2EB8FC2390D}" dt="2026-08-01T15:16:06.739" v="1354" actId="26606"/>
          <ac:spMkLst>
            <pc:docMk/>
            <pc:sldMk cId="2134890535" sldId="256"/>
            <ac:spMk id="86" creationId="{05E35C12-B6B4-4F57-950C-6EB3CD8F484E}"/>
          </ac:spMkLst>
        </pc:spChg>
        <pc:spChg chg="add">
          <ac:chgData name="Ines Belhoussine" userId="8779269a92f3eda0" providerId="LiveId" clId="{EDAE93F2-2B1F-4FE5-BBF4-E2EB8FC2390D}" dt="2026-08-01T15:16:06.798" v="1355" actId="26606"/>
          <ac:spMkLst>
            <pc:docMk/>
            <pc:sldMk cId="2134890535" sldId="256"/>
            <ac:spMk id="94" creationId="{FB5B0058-AF13-4859-B429-4EDDE2A26F7F}"/>
          </ac:spMkLst>
        </pc:spChg>
        <pc:grpChg chg="add del">
          <ac:chgData name="Ines Belhoussine" userId="8779269a92f3eda0" providerId="LiveId" clId="{EDAE93F2-2B1F-4FE5-BBF4-E2EB8FC2390D}" dt="2026-08-01T15:16:06.798" v="1355" actId="26606"/>
          <ac:grpSpMkLst>
            <pc:docMk/>
            <pc:sldMk cId="2134890535" sldId="256"/>
            <ac:grpSpMk id="59" creationId="{9B97FD1C-2756-4C3B-9EA4-69F478100302}"/>
          </ac:grpSpMkLst>
        </pc:grpChg>
        <pc:grpChg chg="add del">
          <ac:chgData name="Ines Belhoussine" userId="8779269a92f3eda0" providerId="LiveId" clId="{EDAE93F2-2B1F-4FE5-BBF4-E2EB8FC2390D}" dt="2026-08-01T15:16:06.739" v="1354" actId="26606"/>
          <ac:grpSpMkLst>
            <pc:docMk/>
            <pc:sldMk cId="2134890535" sldId="256"/>
            <ac:grpSpMk id="70" creationId="{3794673D-8563-4993-8E86-6D89D6E97EA8}"/>
          </ac:grpSpMkLst>
        </pc:grpChg>
        <pc:picChg chg="add del mod">
          <ac:chgData name="Ines Belhoussine" userId="8779269a92f3eda0" providerId="LiveId" clId="{EDAE93F2-2B1F-4FE5-BBF4-E2EB8FC2390D}" dt="2026-08-01T15:09:04.581" v="1240" actId="26606"/>
          <ac:picMkLst>
            <pc:docMk/>
            <pc:sldMk cId="2134890535" sldId="256"/>
            <ac:picMk id="5" creationId="{769595BE-C217-C9A0-774A-6B2B388E3434}"/>
          </ac:picMkLst>
        </pc:picChg>
        <pc:picChg chg="add del mod">
          <ac:chgData name="Ines Belhoussine" userId="8779269a92f3eda0" providerId="LiveId" clId="{EDAE93F2-2B1F-4FE5-BBF4-E2EB8FC2390D}" dt="2026-08-01T20:27:12.991" v="3672" actId="478"/>
          <ac:picMkLst>
            <pc:docMk/>
            <pc:sldMk cId="2134890535" sldId="256"/>
            <ac:picMk id="5" creationId="{B7F90E9D-8007-DCA0-3EAE-A8689965FD81}"/>
          </ac:picMkLst>
        </pc:picChg>
        <pc:picChg chg="add mod">
          <ac:chgData name="Ines Belhoussine" userId="8779269a92f3eda0" providerId="LiveId" clId="{EDAE93F2-2B1F-4FE5-BBF4-E2EB8FC2390D}" dt="2026-08-01T20:28:03.114" v="3692" actId="1076"/>
          <ac:picMkLst>
            <pc:docMk/>
            <pc:sldMk cId="2134890535" sldId="256"/>
            <ac:picMk id="7" creationId="{4407F44E-C966-72CD-7ABD-E345255D1209}"/>
          </ac:picMkLst>
        </pc:picChg>
        <pc:picChg chg="add del mod">
          <ac:chgData name="Ines Belhoussine" userId="8779269a92f3eda0" providerId="LiveId" clId="{EDAE93F2-2B1F-4FE5-BBF4-E2EB8FC2390D}" dt="2026-08-01T15:15:53.673" v="1352" actId="478"/>
          <ac:picMkLst>
            <pc:docMk/>
            <pc:sldMk cId="2134890535" sldId="256"/>
            <ac:picMk id="14" creationId="{D26C9AF2-709A-5839-550D-0CF0D0680634}"/>
          </ac:picMkLst>
        </pc:picChg>
        <pc:cxnChg chg="add del">
          <ac:chgData name="Ines Belhoussine" userId="8779269a92f3eda0" providerId="LiveId" clId="{EDAE93F2-2B1F-4FE5-BBF4-E2EB8FC2390D}" dt="2026-08-01T15:16:06.798" v="1355" actId="26606"/>
          <ac:cxnSpMkLst>
            <pc:docMk/>
            <pc:sldMk cId="2134890535" sldId="256"/>
            <ac:cxnSpMk id="57" creationId="{C9C09A4F-8DE1-4622-BAE9-9E65C0252F0F}"/>
          </ac:cxnSpMkLst>
        </pc:cxnChg>
        <pc:cxnChg chg="del">
          <ac:chgData name="Ines Belhoussine" userId="8779269a92f3eda0" providerId="LiveId" clId="{EDAE93F2-2B1F-4FE5-BBF4-E2EB8FC2390D}" dt="2026-08-01T15:16:06.798" v="1355" actId="26606"/>
          <ac:cxnSpMkLst>
            <pc:docMk/>
            <pc:sldMk cId="2134890535" sldId="256"/>
            <ac:cxnSpMk id="58" creationId="{7DAD8094-670D-4F60-875A-A60C3CD0C7E6}"/>
          </ac:cxnSpMkLst>
        </pc:cxnChg>
        <pc:cxnChg chg="add">
          <ac:chgData name="Ines Belhoussine" userId="8779269a92f3eda0" providerId="LiveId" clId="{EDAE93F2-2B1F-4FE5-BBF4-E2EB8FC2390D}" dt="2026-08-01T15:16:06.798" v="1355" actId="26606"/>
          <ac:cxnSpMkLst>
            <pc:docMk/>
            <pc:sldMk cId="2134890535" sldId="256"/>
            <ac:cxnSpMk id="95" creationId="{EC4521DE-248E-440D-AAD6-FD9E7D34B3BF}"/>
          </ac:cxnSpMkLst>
        </pc:cxnChg>
        <pc:cxnChg chg="add">
          <ac:chgData name="Ines Belhoussine" userId="8779269a92f3eda0" providerId="LiveId" clId="{EDAE93F2-2B1F-4FE5-BBF4-E2EB8FC2390D}" dt="2026-08-01T15:16:06.798" v="1355" actId="26606"/>
          <ac:cxnSpMkLst>
            <pc:docMk/>
            <pc:sldMk cId="2134890535" sldId="256"/>
            <ac:cxnSpMk id="96" creationId="{442C13FA-4C0F-42D0-9626-5BA6040D8C31}"/>
          </ac:cxnSpMkLst>
        </pc:cxnChg>
      </pc:sldChg>
      <pc:sldChg chg="addSp delSp modSp mod setBg">
        <pc:chgData name="Ines Belhoussine" userId="8779269a92f3eda0" providerId="LiveId" clId="{EDAE93F2-2B1F-4FE5-BBF4-E2EB8FC2390D}" dt="2026-08-01T20:27:17.334" v="3675" actId="22"/>
        <pc:sldMkLst>
          <pc:docMk/>
          <pc:sldMk cId="2537634079" sldId="257"/>
        </pc:sldMkLst>
        <pc:spChg chg="mod">
          <ac:chgData name="Ines Belhoussine" userId="8779269a92f3eda0" providerId="LiveId" clId="{EDAE93F2-2B1F-4FE5-BBF4-E2EB8FC2390D}" dt="2026-08-01T15:16:52.335" v="1358" actId="26606"/>
          <ac:spMkLst>
            <pc:docMk/>
            <pc:sldMk cId="2537634079" sldId="257"/>
            <ac:spMk id="2" creationId="{9FF83533-FC6D-F9FF-E063-5515AFE34572}"/>
          </ac:spMkLst>
        </pc:spChg>
        <pc:spChg chg="mod">
          <ac:chgData name="Ines Belhoussine" userId="8779269a92f3eda0" providerId="LiveId" clId="{EDAE93F2-2B1F-4FE5-BBF4-E2EB8FC2390D}" dt="2026-08-01T15:16:52.335" v="1358" actId="26606"/>
          <ac:spMkLst>
            <pc:docMk/>
            <pc:sldMk cId="2537634079" sldId="257"/>
            <ac:spMk id="3" creationId="{7D7F8466-203A-ECB1-84B9-DEF7340ABF1E}"/>
          </ac:spMkLst>
        </pc:spChg>
        <pc:spChg chg="add del">
          <ac:chgData name="Ines Belhoussine" userId="8779269a92f3eda0" providerId="LiveId" clId="{EDAE93F2-2B1F-4FE5-BBF4-E2EB8FC2390D}" dt="2026-08-01T15:16:52.335" v="1358" actId="26606"/>
          <ac:spMkLst>
            <pc:docMk/>
            <pc:sldMk cId="2537634079" sldId="257"/>
            <ac:spMk id="8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6:52.335" v="1358" actId="26606"/>
          <ac:spMkLst>
            <pc:docMk/>
            <pc:sldMk cId="2537634079" sldId="257"/>
            <ac:spMk id="10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6:52.335" v="1358" actId="26606"/>
          <ac:spMkLst>
            <pc:docMk/>
            <pc:sldMk cId="2537634079" sldId="257"/>
            <ac:spMk id="12" creationId="{B8EAE243-3A9F-4A46-B0D9-04C723A8A1BD}"/>
          </ac:spMkLst>
        </pc:spChg>
        <pc:spChg chg="add del">
          <ac:chgData name="Ines Belhoussine" userId="8779269a92f3eda0" providerId="LiveId" clId="{EDAE93F2-2B1F-4FE5-BBF4-E2EB8FC2390D}" dt="2026-08-01T15:16:28.120" v="1357" actId="26606"/>
          <ac:spMkLst>
            <pc:docMk/>
            <pc:sldMk cId="2537634079" sldId="257"/>
            <ac:spMk id="17" creationId="{A7AE9375-4664-4DB2-922D-2782A6E439AC}"/>
          </ac:spMkLst>
        </pc:spChg>
        <pc:spChg chg="add">
          <ac:chgData name="Ines Belhoussine" userId="8779269a92f3eda0" providerId="LiveId" clId="{EDAE93F2-2B1F-4FE5-BBF4-E2EB8FC2390D}" dt="2026-08-01T15:16:52.335" v="1358" actId="26606"/>
          <ac:spMkLst>
            <pc:docMk/>
            <pc:sldMk cId="2537634079" sldId="257"/>
            <ac:spMk id="18" creationId="{9F7D5CDA-D291-4307-BF55-1381FED29634}"/>
          </ac:spMkLst>
        </pc:spChg>
        <pc:spChg chg="add del">
          <ac:chgData name="Ines Belhoussine" userId="8779269a92f3eda0" providerId="LiveId" clId="{EDAE93F2-2B1F-4FE5-BBF4-E2EB8FC2390D}" dt="2026-08-01T15:16:28.120" v="1357" actId="26606"/>
          <ac:spMkLst>
            <pc:docMk/>
            <pc:sldMk cId="2537634079" sldId="257"/>
            <ac:spMk id="21" creationId="{9DD005C1-8C51-42D6-9BEE-B9B83849743D}"/>
          </ac:spMkLst>
        </pc:spChg>
        <pc:picChg chg="add del mod">
          <ac:chgData name="Ines Belhoussine" userId="8779269a92f3eda0" providerId="LiveId" clId="{EDAE93F2-2B1F-4FE5-BBF4-E2EB8FC2390D}" dt="2026-08-01T20:27:17.103" v="3674" actId="478"/>
          <ac:picMkLst>
            <pc:docMk/>
            <pc:sldMk cId="2537634079" sldId="257"/>
            <ac:picMk id="5" creationId="{D42C1F8B-A900-D2A4-7A45-3CB0042C1F1A}"/>
          </ac:picMkLst>
        </pc:picChg>
        <pc:picChg chg="add">
          <ac:chgData name="Ines Belhoussine" userId="8779269a92f3eda0" providerId="LiveId" clId="{EDAE93F2-2B1F-4FE5-BBF4-E2EB8FC2390D}" dt="2026-08-01T20:27:17.334" v="3675" actId="22"/>
          <ac:picMkLst>
            <pc:docMk/>
            <pc:sldMk cId="2537634079" sldId="257"/>
            <ac:picMk id="7" creationId="{62874F2D-A9FB-E84E-D379-58322EFF2E8A}"/>
          </ac:picMkLst>
        </pc:picChg>
        <pc:picChg chg="add">
          <ac:chgData name="Ines Belhoussine" userId="8779269a92f3eda0" providerId="LiveId" clId="{EDAE93F2-2B1F-4FE5-BBF4-E2EB8FC2390D}" dt="2026-08-01T15:16:52.335" v="1358" actId="26606"/>
          <ac:picMkLst>
            <pc:docMk/>
            <pc:sldMk cId="2537634079" sldId="257"/>
            <ac:picMk id="14" creationId="{564F2CD1-67B7-430E-FCB4-D41939E80FF6}"/>
          </ac:picMkLst>
        </pc:picChg>
        <pc:cxnChg chg="add del">
          <ac:chgData name="Ines Belhoussine" userId="8779269a92f3eda0" providerId="LiveId" clId="{EDAE93F2-2B1F-4FE5-BBF4-E2EB8FC2390D}" dt="2026-08-01T15:16:28.120" v="1357" actId="26606"/>
          <ac:cxnSpMkLst>
            <pc:docMk/>
            <pc:sldMk cId="2537634079" sldId="257"/>
            <ac:cxnSpMk id="19" creationId="{EE504C98-6397-41C1-A8D8-2D9C4ED307E0}"/>
          </ac:cxnSpMkLst>
        </pc:cxnChg>
      </pc:sldChg>
      <pc:sldChg chg="addSp delSp modSp mod setBg">
        <pc:chgData name="Ines Belhoussine" userId="8779269a92f3eda0" providerId="LiveId" clId="{EDAE93F2-2B1F-4FE5-BBF4-E2EB8FC2390D}" dt="2026-08-01T20:27:09.753" v="3671" actId="14100"/>
        <pc:sldMkLst>
          <pc:docMk/>
          <pc:sldMk cId="3643311912" sldId="258"/>
        </pc:sldMkLst>
        <pc:spChg chg="mod">
          <ac:chgData name="Ines Belhoussine" userId="8779269a92f3eda0" providerId="LiveId" clId="{EDAE93F2-2B1F-4FE5-BBF4-E2EB8FC2390D}" dt="2026-08-01T15:17:09.996" v="1359" actId="26606"/>
          <ac:spMkLst>
            <pc:docMk/>
            <pc:sldMk cId="3643311912" sldId="258"/>
            <ac:spMk id="2" creationId="{A7DBE4F1-0435-F4EF-8C38-B7081D26009D}"/>
          </ac:spMkLst>
        </pc:spChg>
        <pc:spChg chg="del mod">
          <ac:chgData name="Ines Belhoussine" userId="8779269a92f3eda0" providerId="LiveId" clId="{EDAE93F2-2B1F-4FE5-BBF4-E2EB8FC2390D}" dt="2026-08-01T15:08:16.405" v="1234" actId="22"/>
          <ac:spMkLst>
            <pc:docMk/>
            <pc:sldMk cId="3643311912" sldId="258"/>
            <ac:spMk id="3" creationId="{CDAEAB66-D0C3-C007-43ED-7041D7CBCBE9}"/>
          </ac:spMkLst>
        </pc:spChg>
        <pc:spChg chg="add del">
          <ac:chgData name="Ines Belhoussine" userId="8779269a92f3eda0" providerId="LiveId" clId="{EDAE93F2-2B1F-4FE5-BBF4-E2EB8FC2390D}" dt="2026-08-01T15:09:26.090" v="1244" actId="26606"/>
          <ac:spMkLst>
            <pc:docMk/>
            <pc:sldMk cId="3643311912" sldId="258"/>
            <ac:spMk id="9" creationId="{7BB58F53-312A-911C-C862-458D4CE6DB54}"/>
          </ac:spMkLst>
        </pc:spChg>
        <pc:spChg chg="add del">
          <ac:chgData name="Ines Belhoussine" userId="8779269a92f3eda0" providerId="LiveId" clId="{EDAE93F2-2B1F-4FE5-BBF4-E2EB8FC2390D}" dt="2026-08-01T15:09:34.891" v="1246" actId="26606"/>
          <ac:spMkLst>
            <pc:docMk/>
            <pc:sldMk cId="3643311912" sldId="258"/>
            <ac:spMk id="10" creationId="{C38CD1F2-2CDE-4B42-BB23-EC7686F92569}"/>
          </ac:spMkLst>
        </pc:spChg>
        <pc:spChg chg="add del">
          <ac:chgData name="Ines Belhoussine" userId="8779269a92f3eda0" providerId="LiveId" clId="{EDAE93F2-2B1F-4FE5-BBF4-E2EB8FC2390D}" dt="2026-08-01T15:09:26.090" v="1244" actId="26606"/>
          <ac:spMkLst>
            <pc:docMk/>
            <pc:sldMk cId="3643311912" sldId="258"/>
            <ac:spMk id="12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09:26.090" v="1244" actId="26606"/>
          <ac:spMkLst>
            <pc:docMk/>
            <pc:sldMk cId="3643311912" sldId="258"/>
            <ac:spMk id="14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09:26.090" v="1244" actId="26606"/>
          <ac:spMkLst>
            <pc:docMk/>
            <pc:sldMk cId="3643311912" sldId="258"/>
            <ac:spMk id="16" creationId="{450D3AD2-FA80-415F-A9CE-54D884561CD7}"/>
          </ac:spMkLst>
        </pc:spChg>
        <pc:spChg chg="add del">
          <ac:chgData name="Ines Belhoussine" userId="8779269a92f3eda0" providerId="LiveId" clId="{EDAE93F2-2B1F-4FE5-BBF4-E2EB8FC2390D}" dt="2026-08-01T15:09:34.891" v="1246" actId="26606"/>
          <ac:spMkLst>
            <pc:docMk/>
            <pc:sldMk cId="3643311912" sldId="258"/>
            <ac:spMk id="21" creationId="{E9827173-10F7-4BE6-8CC8-39A46D781209}"/>
          </ac:spMkLst>
        </pc:spChg>
        <pc:spChg chg="add del">
          <ac:chgData name="Ines Belhoussine" userId="8779269a92f3eda0" providerId="LiveId" clId="{EDAE93F2-2B1F-4FE5-BBF4-E2EB8FC2390D}" dt="2026-08-01T15:09:34.891" v="1246" actId="26606"/>
          <ac:spMkLst>
            <pc:docMk/>
            <pc:sldMk cId="3643311912" sldId="258"/>
            <ac:spMk id="22" creationId="{21301226-F3C6-4744-94AE-2460B381D86F}"/>
          </ac:spMkLst>
        </pc:spChg>
        <pc:spChg chg="add del">
          <ac:chgData name="Ines Belhoussine" userId="8779269a92f3eda0" providerId="LiveId" clId="{EDAE93F2-2B1F-4FE5-BBF4-E2EB8FC2390D}" dt="2026-08-01T15:09:34.891" v="1246" actId="26606"/>
          <ac:spMkLst>
            <pc:docMk/>
            <pc:sldMk cId="3643311912" sldId="258"/>
            <ac:spMk id="24" creationId="{4EC57637-D435-4155-993A-0E3A8BBBA560}"/>
          </ac:spMkLst>
        </pc:spChg>
        <pc:spChg chg="add del">
          <ac:chgData name="Ines Belhoussine" userId="8779269a92f3eda0" providerId="LiveId" clId="{EDAE93F2-2B1F-4FE5-BBF4-E2EB8FC2390D}" dt="2026-08-01T15:09:42.498" v="1249" actId="26606"/>
          <ac:spMkLst>
            <pc:docMk/>
            <pc:sldMk cId="3643311912" sldId="258"/>
            <ac:spMk id="44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09:42.498" v="1249" actId="26606"/>
          <ac:spMkLst>
            <pc:docMk/>
            <pc:sldMk cId="3643311912" sldId="258"/>
            <ac:spMk id="45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09:42.498" v="1249" actId="26606"/>
          <ac:spMkLst>
            <pc:docMk/>
            <pc:sldMk cId="3643311912" sldId="258"/>
            <ac:spMk id="46" creationId="{450D3AD2-FA80-415F-A9CE-54D884561CD7}"/>
          </ac:spMkLst>
        </pc:spChg>
        <pc:spChg chg="add del">
          <ac:chgData name="Ines Belhoussine" userId="8779269a92f3eda0" providerId="LiveId" clId="{EDAE93F2-2B1F-4FE5-BBF4-E2EB8FC2390D}" dt="2026-08-01T15:09:42.498" v="1249" actId="26606"/>
          <ac:spMkLst>
            <pc:docMk/>
            <pc:sldMk cId="3643311912" sldId="258"/>
            <ac:spMk id="47" creationId="{7BB58F53-312A-911C-C862-458D4CE6DB54}"/>
          </ac:spMkLst>
        </pc:spChg>
        <pc:spChg chg="add del">
          <ac:chgData name="Ines Belhoussine" userId="8779269a92f3eda0" providerId="LiveId" clId="{EDAE93F2-2B1F-4FE5-BBF4-E2EB8FC2390D}" dt="2026-08-01T15:17:14.449" v="1360" actId="21"/>
          <ac:spMkLst>
            <pc:docMk/>
            <pc:sldMk cId="3643311912" sldId="258"/>
            <ac:spMk id="58" creationId="{A9926217-D8EA-DC5F-0552-068989EE190C}"/>
          </ac:spMkLst>
        </pc:spChg>
        <pc:spChg chg="add">
          <ac:chgData name="Ines Belhoussine" userId="8779269a92f3eda0" providerId="LiveId" clId="{EDAE93F2-2B1F-4FE5-BBF4-E2EB8FC2390D}" dt="2026-08-01T15:17:09.996" v="1359" actId="26606"/>
          <ac:spMkLst>
            <pc:docMk/>
            <pc:sldMk cId="3643311912" sldId="258"/>
            <ac:spMk id="61" creationId="{90D0877E-6CD0-4206-8A18-56CEE73EFBF9}"/>
          </ac:spMkLst>
        </pc:spChg>
        <pc:spChg chg="add">
          <ac:chgData name="Ines Belhoussine" userId="8779269a92f3eda0" providerId="LiveId" clId="{EDAE93F2-2B1F-4FE5-BBF4-E2EB8FC2390D}" dt="2026-08-01T15:17:09.996" v="1359" actId="26606"/>
          <ac:spMkLst>
            <pc:docMk/>
            <pc:sldMk cId="3643311912" sldId="258"/>
            <ac:spMk id="63" creationId="{E18AC0D4-F32D-4067-9F63-E553F4AFFF0E}"/>
          </ac:spMkLst>
        </pc:spChg>
        <pc:grpChg chg="add del">
          <ac:chgData name="Ines Belhoussine" userId="8779269a92f3eda0" providerId="LiveId" clId="{EDAE93F2-2B1F-4FE5-BBF4-E2EB8FC2390D}" dt="2026-08-01T15:09:34.891" v="1246" actId="26606"/>
          <ac:grpSpMkLst>
            <pc:docMk/>
            <pc:sldMk cId="3643311912" sldId="258"/>
            <ac:grpSpMk id="23" creationId="{60FB2829-9E66-4DBD-BC15-FC5D73246DDB}"/>
          </ac:grpSpMkLst>
        </pc:grpChg>
        <pc:grpChg chg="add del">
          <ac:chgData name="Ines Belhoussine" userId="8779269a92f3eda0" providerId="LiveId" clId="{EDAE93F2-2B1F-4FE5-BBF4-E2EB8FC2390D}" dt="2026-08-01T15:09:34.891" v="1246" actId="26606"/>
          <ac:grpSpMkLst>
            <pc:docMk/>
            <pc:sldMk cId="3643311912" sldId="258"/>
            <ac:grpSpMk id="26" creationId="{0B81AE96-B9C7-4679-BC62-F2C79F2E8F37}"/>
          </ac:grpSpMkLst>
        </pc:grpChg>
        <pc:grpChg chg="add del">
          <ac:chgData name="Ines Belhoussine" userId="8779269a92f3eda0" providerId="LiveId" clId="{EDAE93F2-2B1F-4FE5-BBF4-E2EB8FC2390D}" dt="2026-08-01T15:09:34.891" v="1246" actId="26606"/>
          <ac:grpSpMkLst>
            <pc:docMk/>
            <pc:sldMk cId="3643311912" sldId="258"/>
            <ac:grpSpMk id="32" creationId="{DBFD3A89-3666-47FE-913F-6C75228F5D3F}"/>
          </ac:grpSpMkLst>
        </pc:grpChg>
        <pc:grpChg chg="add del">
          <ac:chgData name="Ines Belhoussine" userId="8779269a92f3eda0" providerId="LiveId" clId="{EDAE93F2-2B1F-4FE5-BBF4-E2EB8FC2390D}" dt="2026-08-01T15:09:34.891" v="1246" actId="26606"/>
          <ac:grpSpMkLst>
            <pc:docMk/>
            <pc:sldMk cId="3643311912" sldId="258"/>
            <ac:grpSpMk id="38" creationId="{ACA2F7C3-1A69-44EE-A8B6-A4552E2C849E}"/>
          </ac:grpSpMkLst>
        </pc:grpChg>
        <pc:picChg chg="add mod">
          <ac:chgData name="Ines Belhoussine" userId="8779269a92f3eda0" providerId="LiveId" clId="{EDAE93F2-2B1F-4FE5-BBF4-E2EB8FC2390D}" dt="2026-08-01T20:27:09.753" v="3671" actId="14100"/>
          <ac:picMkLst>
            <pc:docMk/>
            <pc:sldMk cId="3643311912" sldId="258"/>
            <ac:picMk id="4" creationId="{0DA2E27B-5866-F573-ED1D-57852D8266D7}"/>
          </ac:picMkLst>
        </pc:picChg>
        <pc:picChg chg="add mod ord">
          <ac:chgData name="Ines Belhoussine" userId="8779269a92f3eda0" providerId="LiveId" clId="{EDAE93F2-2B1F-4FE5-BBF4-E2EB8FC2390D}" dt="2026-08-01T15:17:09.996" v="1359" actId="26606"/>
          <ac:picMkLst>
            <pc:docMk/>
            <pc:sldMk cId="3643311912" sldId="258"/>
            <ac:picMk id="5" creationId="{36B16467-D83A-1C27-28B1-E41E8861649D}"/>
          </ac:picMkLst>
        </pc:picChg>
        <pc:cxnChg chg="add del">
          <ac:chgData name="Ines Belhoussine" userId="8779269a92f3eda0" providerId="LiveId" clId="{EDAE93F2-2B1F-4FE5-BBF4-E2EB8FC2390D}" dt="2026-08-01T15:17:09.996" v="1359" actId="26606"/>
          <ac:cxnSpMkLst>
            <pc:docMk/>
            <pc:sldMk cId="3643311912" sldId="258"/>
            <ac:cxnSpMk id="52" creationId="{192712F8-36FA-35DF-0CE8-4098D93322A3}"/>
          </ac:cxnSpMkLst>
        </pc:cxnChg>
        <pc:cxnChg chg="add del">
          <ac:chgData name="Ines Belhoussine" userId="8779269a92f3eda0" providerId="LiveId" clId="{EDAE93F2-2B1F-4FE5-BBF4-E2EB8FC2390D}" dt="2026-08-01T15:17:09.996" v="1359" actId="26606"/>
          <ac:cxnSpMkLst>
            <pc:docMk/>
            <pc:sldMk cId="3643311912" sldId="258"/>
            <ac:cxnSpMk id="54" creationId="{AF9469B9-6468-5B6A-E832-8D4590388432}"/>
          </ac:cxnSpMkLst>
        </pc:cxnChg>
      </pc:sldChg>
      <pc:sldChg chg="addSp delSp modSp mod setBg">
        <pc:chgData name="Ines Belhoussine" userId="8779269a92f3eda0" providerId="LiveId" clId="{EDAE93F2-2B1F-4FE5-BBF4-E2EB8FC2390D}" dt="2026-08-02T16:06:53.857" v="3696" actId="1076"/>
        <pc:sldMkLst>
          <pc:docMk/>
          <pc:sldMk cId="7869011" sldId="259"/>
        </pc:sldMkLst>
        <pc:spChg chg="mod">
          <ac:chgData name="Ines Belhoussine" userId="8779269a92f3eda0" providerId="LiveId" clId="{EDAE93F2-2B1F-4FE5-BBF4-E2EB8FC2390D}" dt="2026-08-01T15:17:24.501" v="1361" actId="26606"/>
          <ac:spMkLst>
            <pc:docMk/>
            <pc:sldMk cId="7869011" sldId="259"/>
            <ac:spMk id="2" creationId="{A6FC6AC8-72F6-F1B0-2B31-83FE25396732}"/>
          </ac:spMkLst>
        </pc:spChg>
        <pc:spChg chg="mod ord">
          <ac:chgData name="Ines Belhoussine" userId="8779269a92f3eda0" providerId="LiveId" clId="{EDAE93F2-2B1F-4FE5-BBF4-E2EB8FC2390D}" dt="2026-08-01T20:28:37.500" v="3693" actId="20577"/>
          <ac:spMkLst>
            <pc:docMk/>
            <pc:sldMk cId="7869011" sldId="259"/>
            <ac:spMk id="3" creationId="{DC9E7705-86C5-0AE2-23F1-517DB93570D7}"/>
          </ac:spMkLst>
        </pc:spChg>
        <pc:spChg chg="add del">
          <ac:chgData name="Ines Belhoussine" userId="8779269a92f3eda0" providerId="LiveId" clId="{EDAE93F2-2B1F-4FE5-BBF4-E2EB8FC2390D}" dt="2026-08-01T15:09:53.099" v="1251" actId="26606"/>
          <ac:spMkLst>
            <pc:docMk/>
            <pc:sldMk cId="7869011" sldId="259"/>
            <ac:spMk id="12" creationId="{352BEC0E-22F8-46D0-9632-375DB541B06C}"/>
          </ac:spMkLst>
        </pc:spChg>
        <pc:spChg chg="add del">
          <ac:chgData name="Ines Belhoussine" userId="8779269a92f3eda0" providerId="LiveId" clId="{EDAE93F2-2B1F-4FE5-BBF4-E2EB8FC2390D}" dt="2026-08-01T15:09:53.099" v="1251" actId="26606"/>
          <ac:spMkLst>
            <pc:docMk/>
            <pc:sldMk cId="7869011" sldId="259"/>
            <ac:spMk id="14" creationId="{3FCFB1DE-0B7E-48CC-BA90-B2AB0889F9D6}"/>
          </ac:spMkLst>
        </pc:spChg>
        <pc:spChg chg="add del">
          <ac:chgData name="Ines Belhoussine" userId="8779269a92f3eda0" providerId="LiveId" clId="{EDAE93F2-2B1F-4FE5-BBF4-E2EB8FC2390D}" dt="2026-08-01T15:17:24.501" v="1361" actId="26606"/>
          <ac:spMkLst>
            <pc:docMk/>
            <pc:sldMk cId="7869011" sldId="259"/>
            <ac:spMk id="16" creationId="{450D3AD2-FA80-415F-A9CE-54D884561CD7}"/>
          </ac:spMkLst>
        </pc:spChg>
        <pc:spChg chg="add del">
          <ac:chgData name="Ines Belhoussine" userId="8779269a92f3eda0" providerId="LiveId" clId="{EDAE93F2-2B1F-4FE5-BBF4-E2EB8FC2390D}" dt="2026-08-01T15:17:24.501" v="1361" actId="26606"/>
          <ac:spMkLst>
            <pc:docMk/>
            <pc:sldMk cId="7869011" sldId="259"/>
            <ac:spMk id="17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7:24.501" v="1361" actId="26606"/>
          <ac:spMkLst>
            <pc:docMk/>
            <pc:sldMk cId="7869011" sldId="259"/>
            <ac:spMk id="18" creationId="{B34F5AD2-EDBD-4BBD-A55C-EAFFD0C7097A}"/>
          </ac:spMkLst>
        </pc:spChg>
        <pc:spChg chg="add">
          <ac:chgData name="Ines Belhoussine" userId="8779269a92f3eda0" providerId="LiveId" clId="{EDAE93F2-2B1F-4FE5-BBF4-E2EB8FC2390D}" dt="2026-08-01T15:17:24.501" v="1361" actId="26606"/>
          <ac:spMkLst>
            <pc:docMk/>
            <pc:sldMk cId="7869011" sldId="259"/>
            <ac:spMk id="23" creationId="{EEDFD83B-474E-42D8-99FD-250991624799}"/>
          </ac:spMkLst>
        </pc:spChg>
        <pc:spChg chg="add">
          <ac:chgData name="Ines Belhoussine" userId="8779269a92f3eda0" providerId="LiveId" clId="{EDAE93F2-2B1F-4FE5-BBF4-E2EB8FC2390D}" dt="2026-08-01T15:17:24.501" v="1361" actId="26606"/>
          <ac:spMkLst>
            <pc:docMk/>
            <pc:sldMk cId="7869011" sldId="259"/>
            <ac:spMk id="25" creationId="{E18AC0D4-F32D-4067-9F63-E553F4AFFF0E}"/>
          </ac:spMkLst>
        </pc:spChg>
        <pc:picChg chg="add mod ord">
          <ac:chgData name="Ines Belhoussine" userId="8779269a92f3eda0" providerId="LiveId" clId="{EDAE93F2-2B1F-4FE5-BBF4-E2EB8FC2390D}" dt="2026-08-01T15:17:24.501" v="1361" actId="26606"/>
          <ac:picMkLst>
            <pc:docMk/>
            <pc:sldMk cId="7869011" sldId="259"/>
            <ac:picMk id="5" creationId="{9FA248FC-9436-FE8B-0396-D0AE7D3AA468}"/>
          </ac:picMkLst>
        </pc:picChg>
        <pc:picChg chg="add">
          <ac:chgData name="Ines Belhoussine" userId="8779269a92f3eda0" providerId="LiveId" clId="{EDAE93F2-2B1F-4FE5-BBF4-E2EB8FC2390D}" dt="2026-08-01T20:27:19.596" v="3676" actId="22"/>
          <ac:picMkLst>
            <pc:docMk/>
            <pc:sldMk cId="7869011" sldId="259"/>
            <ac:picMk id="6" creationId="{ACCA8CF0-CD10-DB63-C15A-3E1C6FC1B222}"/>
          </ac:picMkLst>
        </pc:picChg>
        <pc:picChg chg="add mod">
          <ac:chgData name="Ines Belhoussine" userId="8779269a92f3eda0" providerId="LiveId" clId="{EDAE93F2-2B1F-4FE5-BBF4-E2EB8FC2390D}" dt="2026-08-01T15:17:24.501" v="1361" actId="26606"/>
          <ac:picMkLst>
            <pc:docMk/>
            <pc:sldMk cId="7869011" sldId="259"/>
            <ac:picMk id="7" creationId="{D4875403-EF87-26B0-363D-243CDBF9A14E}"/>
          </ac:picMkLst>
        </pc:picChg>
        <pc:picChg chg="add mod">
          <ac:chgData name="Ines Belhoussine" userId="8779269a92f3eda0" providerId="LiveId" clId="{EDAE93F2-2B1F-4FE5-BBF4-E2EB8FC2390D}" dt="2026-08-02T16:06:53.857" v="3696" actId="1076"/>
          <ac:picMkLst>
            <pc:docMk/>
            <pc:sldMk cId="7869011" sldId="259"/>
            <ac:picMk id="8" creationId="{138FC88A-49A1-67F1-32DC-CD941F3B9B25}"/>
          </ac:picMkLst>
        </pc:picChg>
      </pc:sldChg>
      <pc:sldChg chg="addSp delSp modSp mod setBg">
        <pc:chgData name="Ines Belhoussine" userId="8779269a92f3eda0" providerId="LiveId" clId="{EDAE93F2-2B1F-4FE5-BBF4-E2EB8FC2390D}" dt="2026-08-01T20:27:20.901" v="3677" actId="22"/>
        <pc:sldMkLst>
          <pc:docMk/>
          <pc:sldMk cId="3058090551" sldId="260"/>
        </pc:sldMkLst>
        <pc:spChg chg="mod">
          <ac:chgData name="Ines Belhoussine" userId="8779269a92f3eda0" providerId="LiveId" clId="{EDAE93F2-2B1F-4FE5-BBF4-E2EB8FC2390D}" dt="2026-08-01T15:17:28.644" v="1362" actId="26606"/>
          <ac:spMkLst>
            <pc:docMk/>
            <pc:sldMk cId="3058090551" sldId="260"/>
            <ac:spMk id="2" creationId="{717F3E60-FFF5-DCFA-5327-C6B95C7B6B29}"/>
          </ac:spMkLst>
        </pc:spChg>
        <pc:spChg chg="mod ord">
          <ac:chgData name="Ines Belhoussine" userId="8779269a92f3eda0" providerId="LiveId" clId="{EDAE93F2-2B1F-4FE5-BBF4-E2EB8FC2390D}" dt="2026-08-01T15:17:28.644" v="1362" actId="26606"/>
          <ac:spMkLst>
            <pc:docMk/>
            <pc:sldMk cId="3058090551" sldId="260"/>
            <ac:spMk id="3" creationId="{22A22370-0B48-766D-AAC5-3487D9FBC78B}"/>
          </ac:spMkLst>
        </pc:spChg>
        <pc:spChg chg="add del">
          <ac:chgData name="Ines Belhoussine" userId="8779269a92f3eda0" providerId="LiveId" clId="{EDAE93F2-2B1F-4FE5-BBF4-E2EB8FC2390D}" dt="2026-08-01T15:17:28.644" v="1362" actId="26606"/>
          <ac:spMkLst>
            <pc:docMk/>
            <pc:sldMk cId="3058090551" sldId="260"/>
            <ac:spMk id="12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7:28.644" v="1362" actId="26606"/>
          <ac:spMkLst>
            <pc:docMk/>
            <pc:sldMk cId="3058090551" sldId="260"/>
            <ac:spMk id="14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7:28.644" v="1362" actId="26606"/>
          <ac:spMkLst>
            <pc:docMk/>
            <pc:sldMk cId="3058090551" sldId="260"/>
            <ac:spMk id="16" creationId="{450D3AD2-FA80-415F-A9CE-54D884561CD7}"/>
          </ac:spMkLst>
        </pc:spChg>
        <pc:spChg chg="add">
          <ac:chgData name="Ines Belhoussine" userId="8779269a92f3eda0" providerId="LiveId" clId="{EDAE93F2-2B1F-4FE5-BBF4-E2EB8FC2390D}" dt="2026-08-01T15:17:28.644" v="1362" actId="26606"/>
          <ac:spMkLst>
            <pc:docMk/>
            <pc:sldMk cId="3058090551" sldId="260"/>
            <ac:spMk id="21" creationId="{90D0877E-6CD0-4206-8A18-56CEE73EFBF9}"/>
          </ac:spMkLst>
        </pc:spChg>
        <pc:spChg chg="add">
          <ac:chgData name="Ines Belhoussine" userId="8779269a92f3eda0" providerId="LiveId" clId="{EDAE93F2-2B1F-4FE5-BBF4-E2EB8FC2390D}" dt="2026-08-01T15:17:28.644" v="1362" actId="26606"/>
          <ac:spMkLst>
            <pc:docMk/>
            <pc:sldMk cId="3058090551" sldId="260"/>
            <ac:spMk id="23" creationId="{E18AC0D4-F32D-4067-9F63-E553F4AFFF0E}"/>
          </ac:spMkLst>
        </pc:spChg>
        <pc:picChg chg="add del mod">
          <ac:chgData name="Ines Belhoussine" userId="8779269a92f3eda0" providerId="LiveId" clId="{EDAE93F2-2B1F-4FE5-BBF4-E2EB8FC2390D}" dt="2026-08-01T15:02:47.143" v="1229" actId="478"/>
          <ac:picMkLst>
            <pc:docMk/>
            <pc:sldMk cId="3058090551" sldId="260"/>
            <ac:picMk id="5" creationId="{0987CD99-53DD-3738-C5C5-84C9B8D74FD7}"/>
          </ac:picMkLst>
        </pc:picChg>
        <pc:picChg chg="add">
          <ac:chgData name="Ines Belhoussine" userId="8779269a92f3eda0" providerId="LiveId" clId="{EDAE93F2-2B1F-4FE5-BBF4-E2EB8FC2390D}" dt="2026-08-01T20:27:20.901" v="3677" actId="22"/>
          <ac:picMkLst>
            <pc:docMk/>
            <pc:sldMk cId="3058090551" sldId="260"/>
            <ac:picMk id="5" creationId="{81FC5470-6484-3E8B-D0B3-0F3FAF2430E3}"/>
          </ac:picMkLst>
        </pc:picChg>
        <pc:picChg chg="add mod ord">
          <ac:chgData name="Ines Belhoussine" userId="8779269a92f3eda0" providerId="LiveId" clId="{EDAE93F2-2B1F-4FE5-BBF4-E2EB8FC2390D}" dt="2026-08-01T15:17:28.644" v="1362" actId="26606"/>
          <ac:picMkLst>
            <pc:docMk/>
            <pc:sldMk cId="3058090551" sldId="260"/>
            <ac:picMk id="7" creationId="{4B66CADE-9D75-48BD-2C1D-D012B2A62E60}"/>
          </ac:picMkLst>
        </pc:picChg>
      </pc:sldChg>
      <pc:sldChg chg="addSp delSp modSp mod setBg">
        <pc:chgData name="Ines Belhoussine" userId="8779269a92f3eda0" providerId="LiveId" clId="{EDAE93F2-2B1F-4FE5-BBF4-E2EB8FC2390D}" dt="2026-08-01T20:27:24.359" v="3679" actId="22"/>
        <pc:sldMkLst>
          <pc:docMk/>
          <pc:sldMk cId="4152411525" sldId="261"/>
        </pc:sldMkLst>
        <pc:spChg chg="mod">
          <ac:chgData name="Ines Belhoussine" userId="8779269a92f3eda0" providerId="LiveId" clId="{EDAE93F2-2B1F-4FE5-BBF4-E2EB8FC2390D}" dt="2026-08-01T15:17:38.450" v="1364" actId="26606"/>
          <ac:spMkLst>
            <pc:docMk/>
            <pc:sldMk cId="4152411525" sldId="261"/>
            <ac:spMk id="2" creationId="{90C644D0-521F-CD88-0DBE-BCE57E623151}"/>
          </ac:spMkLst>
        </pc:spChg>
        <pc:spChg chg="mod ord">
          <ac:chgData name="Ines Belhoussine" userId="8779269a92f3eda0" providerId="LiveId" clId="{EDAE93F2-2B1F-4FE5-BBF4-E2EB8FC2390D}" dt="2026-08-01T15:17:38.450" v="1364" actId="26606"/>
          <ac:spMkLst>
            <pc:docMk/>
            <pc:sldMk cId="4152411525" sldId="261"/>
            <ac:spMk id="3" creationId="{60D03CDB-5302-2657-749C-5492D125956F}"/>
          </ac:spMkLst>
        </pc:spChg>
        <pc:spChg chg="add del">
          <ac:chgData name="Ines Belhoussine" userId="8779269a92f3eda0" providerId="LiveId" clId="{EDAE93F2-2B1F-4FE5-BBF4-E2EB8FC2390D}" dt="2026-08-01T15:17:38.450" v="1364" actId="26606"/>
          <ac:spMkLst>
            <pc:docMk/>
            <pc:sldMk cId="4152411525" sldId="261"/>
            <ac:spMk id="10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7:38.450" v="1364" actId="26606"/>
          <ac:spMkLst>
            <pc:docMk/>
            <pc:sldMk cId="4152411525" sldId="261"/>
            <ac:spMk id="12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7:38.450" v="1364" actId="26606"/>
          <ac:spMkLst>
            <pc:docMk/>
            <pc:sldMk cId="4152411525" sldId="261"/>
            <ac:spMk id="14" creationId="{450D3AD2-FA80-415F-A9CE-54D884561CD7}"/>
          </ac:spMkLst>
        </pc:spChg>
        <pc:spChg chg="add">
          <ac:chgData name="Ines Belhoussine" userId="8779269a92f3eda0" providerId="LiveId" clId="{EDAE93F2-2B1F-4FE5-BBF4-E2EB8FC2390D}" dt="2026-08-01T15:17:38.450" v="1364" actId="26606"/>
          <ac:spMkLst>
            <pc:docMk/>
            <pc:sldMk cId="4152411525" sldId="261"/>
            <ac:spMk id="19" creationId="{90D0877E-6CD0-4206-8A18-56CEE73EFBF9}"/>
          </ac:spMkLst>
        </pc:spChg>
        <pc:spChg chg="add">
          <ac:chgData name="Ines Belhoussine" userId="8779269a92f3eda0" providerId="LiveId" clId="{EDAE93F2-2B1F-4FE5-BBF4-E2EB8FC2390D}" dt="2026-08-01T15:17:38.450" v="1364" actId="26606"/>
          <ac:spMkLst>
            <pc:docMk/>
            <pc:sldMk cId="4152411525" sldId="261"/>
            <ac:spMk id="21" creationId="{E18AC0D4-F32D-4067-9F63-E553F4AFFF0E}"/>
          </ac:spMkLst>
        </pc:spChg>
        <pc:picChg chg="add mod ord">
          <ac:chgData name="Ines Belhoussine" userId="8779269a92f3eda0" providerId="LiveId" clId="{EDAE93F2-2B1F-4FE5-BBF4-E2EB8FC2390D}" dt="2026-08-01T15:17:38.450" v="1364" actId="26606"/>
          <ac:picMkLst>
            <pc:docMk/>
            <pc:sldMk cId="4152411525" sldId="261"/>
            <ac:picMk id="5" creationId="{7305AC8A-4C84-1474-2014-2CEE1690CAFA}"/>
          </ac:picMkLst>
        </pc:picChg>
        <pc:picChg chg="add">
          <ac:chgData name="Ines Belhoussine" userId="8779269a92f3eda0" providerId="LiveId" clId="{EDAE93F2-2B1F-4FE5-BBF4-E2EB8FC2390D}" dt="2026-08-01T20:27:24.359" v="3679" actId="22"/>
          <ac:picMkLst>
            <pc:docMk/>
            <pc:sldMk cId="4152411525" sldId="261"/>
            <ac:picMk id="6" creationId="{7619B3CB-C7D4-9CAF-E6B6-1ABED0779069}"/>
          </ac:picMkLst>
        </pc:picChg>
      </pc:sldChg>
      <pc:sldChg chg="addSp delSp modSp mod setBg">
        <pc:chgData name="Ines Belhoussine" userId="8779269a92f3eda0" providerId="LiveId" clId="{EDAE93F2-2B1F-4FE5-BBF4-E2EB8FC2390D}" dt="2026-08-01T20:27:25.888" v="3680" actId="22"/>
        <pc:sldMkLst>
          <pc:docMk/>
          <pc:sldMk cId="1448538958" sldId="262"/>
        </pc:sldMkLst>
        <pc:spChg chg="mod">
          <ac:chgData name="Ines Belhoussine" userId="8779269a92f3eda0" providerId="LiveId" clId="{EDAE93F2-2B1F-4FE5-BBF4-E2EB8FC2390D}" dt="2026-08-01T15:17:43.832" v="1365" actId="26606"/>
          <ac:spMkLst>
            <pc:docMk/>
            <pc:sldMk cId="1448538958" sldId="262"/>
            <ac:spMk id="2" creationId="{A136D8E3-D4D3-00D1-B65B-3979FEC4C9A0}"/>
          </ac:spMkLst>
        </pc:spChg>
        <pc:spChg chg="del mod">
          <ac:chgData name="Ines Belhoussine" userId="8779269a92f3eda0" providerId="LiveId" clId="{EDAE93F2-2B1F-4FE5-BBF4-E2EB8FC2390D}" dt="2026-08-01T14:57:08.078" v="791" actId="22"/>
          <ac:spMkLst>
            <pc:docMk/>
            <pc:sldMk cId="1448538958" sldId="262"/>
            <ac:spMk id="3" creationId="{6D6CDB29-3B99-6BC2-F7BD-8143F12ABF42}"/>
          </ac:spMkLst>
        </pc:spChg>
        <pc:spChg chg="add del mod">
          <ac:chgData name="Ines Belhoussine" userId="8779269a92f3eda0" providerId="LiveId" clId="{EDAE93F2-2B1F-4FE5-BBF4-E2EB8FC2390D}" dt="2026-08-01T14:57:31.523" v="886"/>
          <ac:spMkLst>
            <pc:docMk/>
            <pc:sldMk cId="1448538958" sldId="262"/>
            <ac:spMk id="7" creationId="{4934F629-9160-E1C1-C77E-8E1094EEDD5A}"/>
          </ac:spMkLst>
        </pc:spChg>
        <pc:spChg chg="add del">
          <ac:chgData name="Ines Belhoussine" userId="8779269a92f3eda0" providerId="LiveId" clId="{EDAE93F2-2B1F-4FE5-BBF4-E2EB8FC2390D}" dt="2026-08-01T15:11:28.235" v="1262" actId="26606"/>
          <ac:spMkLst>
            <pc:docMk/>
            <pc:sldMk cId="1448538958" sldId="262"/>
            <ac:spMk id="12" creationId="{FFE31856-EF19-4064-5D5D-14AD26E1FF8C}"/>
          </ac:spMkLst>
        </pc:spChg>
        <pc:spChg chg="add del">
          <ac:chgData name="Ines Belhoussine" userId="8779269a92f3eda0" providerId="LiveId" clId="{EDAE93F2-2B1F-4FE5-BBF4-E2EB8FC2390D}" dt="2026-08-01T15:11:28.235" v="1262" actId="26606"/>
          <ac:spMkLst>
            <pc:docMk/>
            <pc:sldMk cId="1448538958" sldId="262"/>
            <ac:spMk id="15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1:28.235" v="1262" actId="26606"/>
          <ac:spMkLst>
            <pc:docMk/>
            <pc:sldMk cId="1448538958" sldId="262"/>
            <ac:spMk id="17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1:28.235" v="1262" actId="26606"/>
          <ac:spMkLst>
            <pc:docMk/>
            <pc:sldMk cId="1448538958" sldId="262"/>
            <ac:spMk id="19" creationId="{450D3AD2-FA80-415F-A9CE-54D884561CD7}"/>
          </ac:spMkLst>
        </pc:spChg>
        <pc:spChg chg="add del">
          <ac:chgData name="Ines Belhoussine" userId="8779269a92f3eda0" providerId="LiveId" clId="{EDAE93F2-2B1F-4FE5-BBF4-E2EB8FC2390D}" dt="2026-08-01T15:11:31.933" v="1264" actId="478"/>
          <ac:spMkLst>
            <pc:docMk/>
            <pc:sldMk cId="1448538958" sldId="262"/>
            <ac:spMk id="22" creationId="{0907374A-2E75-64AD-8669-078DF2795D03}"/>
          </ac:spMkLst>
        </pc:spChg>
        <pc:spChg chg="add del">
          <ac:chgData name="Ines Belhoussine" userId="8779269a92f3eda0" providerId="LiveId" clId="{EDAE93F2-2B1F-4FE5-BBF4-E2EB8FC2390D}" dt="2026-08-01T15:17:43.832" v="1365" actId="26606"/>
          <ac:spMkLst>
            <pc:docMk/>
            <pc:sldMk cId="1448538958" sldId="262"/>
            <ac:spMk id="26" creationId="{A4AC5506-6312-4701-8D3C-40187889A947}"/>
          </ac:spMkLst>
        </pc:spChg>
        <pc:spChg chg="add">
          <ac:chgData name="Ines Belhoussine" userId="8779269a92f3eda0" providerId="LiveId" clId="{EDAE93F2-2B1F-4FE5-BBF4-E2EB8FC2390D}" dt="2026-08-01T15:17:43.832" v="1365" actId="26606"/>
          <ac:spMkLst>
            <pc:docMk/>
            <pc:sldMk cId="1448538958" sldId="262"/>
            <ac:spMk id="31" creationId="{5F637E18-EF26-4327-9077-7FFC67B98B96}"/>
          </ac:spMkLst>
        </pc:spChg>
        <pc:spChg chg="add">
          <ac:chgData name="Ines Belhoussine" userId="8779269a92f3eda0" providerId="LiveId" clId="{EDAE93F2-2B1F-4FE5-BBF4-E2EB8FC2390D}" dt="2026-08-01T15:17:43.832" v="1365" actId="26606"/>
          <ac:spMkLst>
            <pc:docMk/>
            <pc:sldMk cId="1448538958" sldId="262"/>
            <ac:spMk id="33" creationId="{3EED6667-6BE8-A2AB-422A-5A1D89727E35}"/>
          </ac:spMkLst>
        </pc:spChg>
        <pc:picChg chg="add">
          <ac:chgData name="Ines Belhoussine" userId="8779269a92f3eda0" providerId="LiveId" clId="{EDAE93F2-2B1F-4FE5-BBF4-E2EB8FC2390D}" dt="2026-08-01T20:27:25.888" v="3680" actId="22"/>
          <ac:picMkLst>
            <pc:docMk/>
            <pc:sldMk cId="1448538958" sldId="262"/>
            <ac:picMk id="4" creationId="{84D52CC1-0A9E-A5E9-B309-1A3DAF484112}"/>
          </ac:picMkLst>
        </pc:picChg>
        <pc:picChg chg="add del mod ord">
          <ac:chgData name="Ines Belhoussine" userId="8779269a92f3eda0" providerId="LiveId" clId="{EDAE93F2-2B1F-4FE5-BBF4-E2EB8FC2390D}" dt="2026-08-01T14:57:15.255" v="794" actId="478"/>
          <ac:picMkLst>
            <pc:docMk/>
            <pc:sldMk cId="1448538958" sldId="262"/>
            <ac:picMk id="5" creationId="{0A8F2D6E-6CAB-6DBF-FC7F-513E2A443C9C}"/>
          </ac:picMkLst>
        </pc:picChg>
        <pc:picChg chg="add mod">
          <ac:chgData name="Ines Belhoussine" userId="8779269a92f3eda0" providerId="LiveId" clId="{EDAE93F2-2B1F-4FE5-BBF4-E2EB8FC2390D}" dt="2026-08-01T15:17:43.832" v="1365" actId="26606"/>
          <ac:picMkLst>
            <pc:docMk/>
            <pc:sldMk cId="1448538958" sldId="262"/>
            <ac:picMk id="8" creationId="{A45B5D2D-4329-B39F-AD61-BCC3E3F2F95E}"/>
          </ac:picMkLst>
        </pc:picChg>
        <pc:cxnChg chg="add del">
          <ac:chgData name="Ines Belhoussine" userId="8779269a92f3eda0" providerId="LiveId" clId="{EDAE93F2-2B1F-4FE5-BBF4-E2EB8FC2390D}" dt="2026-08-01T15:11:50.372" v="1265" actId="26606"/>
          <ac:cxnSpMkLst>
            <pc:docMk/>
            <pc:sldMk cId="1448538958" sldId="262"/>
            <ac:cxnSpMk id="21" creationId="{B7952C56-EE0E-C94A-9A44-E17DD73E845D}"/>
          </ac:cxnSpMkLst>
        </pc:cxnChg>
      </pc:sldChg>
      <pc:sldChg chg="addSp delSp modSp mod setBg">
        <pc:chgData name="Ines Belhoussine" userId="8779269a92f3eda0" providerId="LiveId" clId="{EDAE93F2-2B1F-4FE5-BBF4-E2EB8FC2390D}" dt="2026-08-01T20:27:27.417" v="3681" actId="22"/>
        <pc:sldMkLst>
          <pc:docMk/>
          <pc:sldMk cId="1196113719" sldId="263"/>
        </pc:sldMkLst>
        <pc:spChg chg="mod">
          <ac:chgData name="Ines Belhoussine" userId="8779269a92f3eda0" providerId="LiveId" clId="{EDAE93F2-2B1F-4FE5-BBF4-E2EB8FC2390D}" dt="2026-08-01T15:17:47.807" v="1366" actId="26606"/>
          <ac:spMkLst>
            <pc:docMk/>
            <pc:sldMk cId="1196113719" sldId="263"/>
            <ac:spMk id="2" creationId="{0EBCE572-C003-52BE-4DD4-DC6236A76FF2}"/>
          </ac:spMkLst>
        </pc:spChg>
        <pc:spChg chg="del mod">
          <ac:chgData name="Ines Belhoussine" userId="8779269a92f3eda0" providerId="LiveId" clId="{EDAE93F2-2B1F-4FE5-BBF4-E2EB8FC2390D}" dt="2026-08-01T14:58:17.451" v="935" actId="22"/>
          <ac:spMkLst>
            <pc:docMk/>
            <pc:sldMk cId="1196113719" sldId="263"/>
            <ac:spMk id="3" creationId="{09DB52D4-D2BC-EC05-62FF-6F11A5239F14}"/>
          </ac:spMkLst>
        </pc:spChg>
        <pc:spChg chg="add del">
          <ac:chgData name="Ines Belhoussine" userId="8779269a92f3eda0" providerId="LiveId" clId="{EDAE93F2-2B1F-4FE5-BBF4-E2EB8FC2390D}" dt="2026-08-01T15:17:47.807" v="1366" actId="26606"/>
          <ac:spMkLst>
            <pc:docMk/>
            <pc:sldMk cId="1196113719" sldId="263"/>
            <ac:spMk id="10" creationId="{A4AC5506-6312-4701-8D3C-40187889A947}"/>
          </ac:spMkLst>
        </pc:spChg>
        <pc:spChg chg="add">
          <ac:chgData name="Ines Belhoussine" userId="8779269a92f3eda0" providerId="LiveId" clId="{EDAE93F2-2B1F-4FE5-BBF4-E2EB8FC2390D}" dt="2026-08-01T15:17:47.807" v="1366" actId="26606"/>
          <ac:spMkLst>
            <pc:docMk/>
            <pc:sldMk cId="1196113719" sldId="263"/>
            <ac:spMk id="15" creationId="{6DB60271-CC36-038E-7174-CCC14F968385}"/>
          </ac:spMkLst>
        </pc:spChg>
        <pc:picChg chg="add">
          <ac:chgData name="Ines Belhoussine" userId="8779269a92f3eda0" providerId="LiveId" clId="{EDAE93F2-2B1F-4FE5-BBF4-E2EB8FC2390D}" dt="2026-08-01T20:27:27.417" v="3681" actId="22"/>
          <ac:picMkLst>
            <pc:docMk/>
            <pc:sldMk cId="1196113719" sldId="263"/>
            <ac:picMk id="4" creationId="{640C1FE6-F5A9-A4CA-188F-C82F13558C21}"/>
          </ac:picMkLst>
        </pc:picChg>
        <pc:picChg chg="add mod ord">
          <ac:chgData name="Ines Belhoussine" userId="8779269a92f3eda0" providerId="LiveId" clId="{EDAE93F2-2B1F-4FE5-BBF4-E2EB8FC2390D}" dt="2026-08-01T15:17:47.807" v="1366" actId="26606"/>
          <ac:picMkLst>
            <pc:docMk/>
            <pc:sldMk cId="1196113719" sldId="263"/>
            <ac:picMk id="5" creationId="{D7399AC1-16DB-C6DD-B9EA-2A7C7144DB20}"/>
          </ac:picMkLst>
        </pc:picChg>
      </pc:sldChg>
      <pc:sldChg chg="addSp delSp modSp mod setBg">
        <pc:chgData name="Ines Belhoussine" userId="8779269a92f3eda0" providerId="LiveId" clId="{EDAE93F2-2B1F-4FE5-BBF4-E2EB8FC2390D}" dt="2026-08-01T20:27:43.751" v="3688" actId="1076"/>
        <pc:sldMkLst>
          <pc:docMk/>
          <pc:sldMk cId="3508039720" sldId="264"/>
        </pc:sldMkLst>
        <pc:spChg chg="mod">
          <ac:chgData name="Ines Belhoussine" userId="8779269a92f3eda0" providerId="LiveId" clId="{EDAE93F2-2B1F-4FE5-BBF4-E2EB8FC2390D}" dt="2026-08-01T15:17:52.802" v="1367" actId="26606"/>
          <ac:spMkLst>
            <pc:docMk/>
            <pc:sldMk cId="3508039720" sldId="264"/>
            <ac:spMk id="2" creationId="{3E1CFD2D-F024-0717-8F0A-80BB1F82F4E8}"/>
          </ac:spMkLst>
        </pc:spChg>
        <pc:spChg chg="mod">
          <ac:chgData name="Ines Belhoussine" userId="8779269a92f3eda0" providerId="LiveId" clId="{EDAE93F2-2B1F-4FE5-BBF4-E2EB8FC2390D}" dt="2026-08-01T20:12:38.837" v="1772" actId="20577"/>
          <ac:spMkLst>
            <pc:docMk/>
            <pc:sldMk cId="3508039720" sldId="264"/>
            <ac:spMk id="3" creationId="{06F5FC49-0CEC-0DD3-F562-2895BD2C2FCA}"/>
          </ac:spMkLst>
        </pc:spChg>
        <pc:spChg chg="add del">
          <ac:chgData name="Ines Belhoussine" userId="8779269a92f3eda0" providerId="LiveId" clId="{EDAE93F2-2B1F-4FE5-BBF4-E2EB8FC2390D}" dt="2026-08-01T15:17:52.802" v="1367" actId="26606"/>
          <ac:spMkLst>
            <pc:docMk/>
            <pc:sldMk cId="3508039720" sldId="264"/>
            <ac:spMk id="8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7:52.802" v="1367" actId="26606"/>
          <ac:spMkLst>
            <pc:docMk/>
            <pc:sldMk cId="3508039720" sldId="264"/>
            <ac:spMk id="10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7:52.802" v="1367" actId="26606"/>
          <ac:spMkLst>
            <pc:docMk/>
            <pc:sldMk cId="3508039720" sldId="264"/>
            <ac:spMk id="12" creationId="{B8EAE243-3A9F-4A46-B0D9-04C723A8A1BD}"/>
          </ac:spMkLst>
        </pc:spChg>
        <pc:spChg chg="add">
          <ac:chgData name="Ines Belhoussine" userId="8779269a92f3eda0" providerId="LiveId" clId="{EDAE93F2-2B1F-4FE5-BBF4-E2EB8FC2390D}" dt="2026-08-01T15:17:52.802" v="1367" actId="26606"/>
          <ac:spMkLst>
            <pc:docMk/>
            <pc:sldMk cId="3508039720" sldId="264"/>
            <ac:spMk id="17" creationId="{A7AE9375-4664-4DB2-922D-2782A6E439AC}"/>
          </ac:spMkLst>
        </pc:spChg>
        <pc:spChg chg="add">
          <ac:chgData name="Ines Belhoussine" userId="8779269a92f3eda0" providerId="LiveId" clId="{EDAE93F2-2B1F-4FE5-BBF4-E2EB8FC2390D}" dt="2026-08-01T15:17:52.802" v="1367" actId="26606"/>
          <ac:spMkLst>
            <pc:docMk/>
            <pc:sldMk cId="3508039720" sldId="264"/>
            <ac:spMk id="21" creationId="{9DD005C1-8C51-42D6-9BEE-B9B83849743D}"/>
          </ac:spMkLst>
        </pc:spChg>
        <pc:picChg chg="add mod">
          <ac:chgData name="Ines Belhoussine" userId="8779269a92f3eda0" providerId="LiveId" clId="{EDAE93F2-2B1F-4FE5-BBF4-E2EB8FC2390D}" dt="2026-08-01T20:12:42.309" v="1773" actId="14100"/>
          <ac:picMkLst>
            <pc:docMk/>
            <pc:sldMk cId="3508039720" sldId="264"/>
            <ac:picMk id="5" creationId="{52AF2FCB-79D2-06BD-D669-282DAC76F38C}"/>
          </ac:picMkLst>
        </pc:picChg>
        <pc:picChg chg="add mod">
          <ac:chgData name="Ines Belhoussine" userId="8779269a92f3eda0" providerId="LiveId" clId="{EDAE93F2-2B1F-4FE5-BBF4-E2EB8FC2390D}" dt="2026-08-01T20:27:43.751" v="3688" actId="1076"/>
          <ac:picMkLst>
            <pc:docMk/>
            <pc:sldMk cId="3508039720" sldId="264"/>
            <ac:picMk id="7" creationId="{D1EEB519-2088-209E-2020-502FB9E75B7A}"/>
          </ac:picMkLst>
        </pc:picChg>
        <pc:cxnChg chg="add">
          <ac:chgData name="Ines Belhoussine" userId="8779269a92f3eda0" providerId="LiveId" clId="{EDAE93F2-2B1F-4FE5-BBF4-E2EB8FC2390D}" dt="2026-08-01T15:17:52.802" v="1367" actId="26606"/>
          <ac:cxnSpMkLst>
            <pc:docMk/>
            <pc:sldMk cId="3508039720" sldId="264"/>
            <ac:cxnSpMk id="19" creationId="{EE504C98-6397-41C1-A8D8-2D9C4ED307E0}"/>
          </ac:cxnSpMkLst>
        </pc:cxnChg>
      </pc:sldChg>
      <pc:sldChg chg="addSp delSp modSp mod setBg">
        <pc:chgData name="Ines Belhoussine" userId="8779269a92f3eda0" providerId="LiveId" clId="{EDAE93F2-2B1F-4FE5-BBF4-E2EB8FC2390D}" dt="2026-08-01T20:27:52.314" v="3690" actId="1076"/>
        <pc:sldMkLst>
          <pc:docMk/>
          <pc:sldMk cId="1195357990" sldId="265"/>
        </pc:sldMkLst>
        <pc:spChg chg="mod">
          <ac:chgData name="Ines Belhoussine" userId="8779269a92f3eda0" providerId="LiveId" clId="{EDAE93F2-2B1F-4FE5-BBF4-E2EB8FC2390D}" dt="2026-08-01T15:18:01.697" v="1369" actId="26606"/>
          <ac:spMkLst>
            <pc:docMk/>
            <pc:sldMk cId="1195357990" sldId="265"/>
            <ac:spMk id="2" creationId="{1F4C7888-CD53-9B7F-45A8-2EB3EEC88BEE}"/>
          </ac:spMkLst>
        </pc:spChg>
        <pc:spChg chg="mod">
          <ac:chgData name="Ines Belhoussine" userId="8779269a92f3eda0" providerId="LiveId" clId="{EDAE93F2-2B1F-4FE5-BBF4-E2EB8FC2390D}" dt="2026-08-01T20:16:36.938" v="2532" actId="20577"/>
          <ac:spMkLst>
            <pc:docMk/>
            <pc:sldMk cId="1195357990" sldId="265"/>
            <ac:spMk id="3" creationId="{282EF89D-8CFB-324A-9904-BBC2835ED17C}"/>
          </ac:spMkLst>
        </pc:spChg>
        <pc:spChg chg="add del">
          <ac:chgData name="Ines Belhoussine" userId="8779269a92f3eda0" providerId="LiveId" clId="{EDAE93F2-2B1F-4FE5-BBF4-E2EB8FC2390D}" dt="2026-08-01T15:18:01.697" v="1369" actId="26606"/>
          <ac:spMkLst>
            <pc:docMk/>
            <pc:sldMk cId="1195357990" sldId="265"/>
            <ac:spMk id="8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8:01.697" v="1369" actId="26606"/>
          <ac:spMkLst>
            <pc:docMk/>
            <pc:sldMk cId="1195357990" sldId="265"/>
            <ac:spMk id="10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8:01.697" v="1369" actId="26606"/>
          <ac:spMkLst>
            <pc:docMk/>
            <pc:sldMk cId="1195357990" sldId="265"/>
            <ac:spMk id="12" creationId="{B8EAE243-3A9F-4A46-B0D9-04C723A8A1BD}"/>
          </ac:spMkLst>
        </pc:spChg>
        <pc:spChg chg="add">
          <ac:chgData name="Ines Belhoussine" userId="8779269a92f3eda0" providerId="LiveId" clId="{EDAE93F2-2B1F-4FE5-BBF4-E2EB8FC2390D}" dt="2026-08-01T15:18:01.697" v="1369" actId="26606"/>
          <ac:spMkLst>
            <pc:docMk/>
            <pc:sldMk cId="1195357990" sldId="265"/>
            <ac:spMk id="17" creationId="{A7AE9375-4664-4DB2-922D-2782A6E439AC}"/>
          </ac:spMkLst>
        </pc:spChg>
        <pc:spChg chg="add">
          <ac:chgData name="Ines Belhoussine" userId="8779269a92f3eda0" providerId="LiveId" clId="{EDAE93F2-2B1F-4FE5-BBF4-E2EB8FC2390D}" dt="2026-08-01T15:18:01.697" v="1369" actId="26606"/>
          <ac:spMkLst>
            <pc:docMk/>
            <pc:sldMk cId="1195357990" sldId="265"/>
            <ac:spMk id="21" creationId="{9DD005C1-8C51-42D6-9BEE-B9B83849743D}"/>
          </ac:spMkLst>
        </pc:spChg>
        <pc:picChg chg="add mod">
          <ac:chgData name="Ines Belhoussine" userId="8779269a92f3eda0" providerId="LiveId" clId="{EDAE93F2-2B1F-4FE5-BBF4-E2EB8FC2390D}" dt="2026-08-01T20:27:52.314" v="3690" actId="1076"/>
          <ac:picMkLst>
            <pc:docMk/>
            <pc:sldMk cId="1195357990" sldId="265"/>
            <ac:picMk id="5" creationId="{D771E541-4504-9426-D3E4-7D966B1EFB7B}"/>
          </ac:picMkLst>
        </pc:picChg>
        <pc:cxnChg chg="add">
          <ac:chgData name="Ines Belhoussine" userId="8779269a92f3eda0" providerId="LiveId" clId="{EDAE93F2-2B1F-4FE5-BBF4-E2EB8FC2390D}" dt="2026-08-01T15:18:01.697" v="1369" actId="26606"/>
          <ac:cxnSpMkLst>
            <pc:docMk/>
            <pc:sldMk cId="1195357990" sldId="265"/>
            <ac:cxnSpMk id="19" creationId="{EE504C98-6397-41C1-A8D8-2D9C4ED307E0}"/>
          </ac:cxnSpMkLst>
        </pc:cxnChg>
      </pc:sldChg>
      <pc:sldChg chg="addSp delSp modSp mod setBg">
        <pc:chgData name="Ines Belhoussine" userId="8779269a92f3eda0" providerId="LiveId" clId="{EDAE93F2-2B1F-4FE5-BBF4-E2EB8FC2390D}" dt="2026-08-01T20:27:34.846" v="3685" actId="22"/>
        <pc:sldMkLst>
          <pc:docMk/>
          <pc:sldMk cId="493241211" sldId="266"/>
        </pc:sldMkLst>
        <pc:spChg chg="mod">
          <ac:chgData name="Ines Belhoussine" userId="8779269a92f3eda0" providerId="LiveId" clId="{EDAE93F2-2B1F-4FE5-BBF4-E2EB8FC2390D}" dt="2026-08-01T15:12:32.289" v="1274" actId="26606"/>
          <ac:spMkLst>
            <pc:docMk/>
            <pc:sldMk cId="493241211" sldId="266"/>
            <ac:spMk id="2" creationId="{E2D6B87C-6613-B944-1F13-7A404610829C}"/>
          </ac:spMkLst>
        </pc:spChg>
        <pc:spChg chg="add del mod">
          <ac:chgData name="Ines Belhoussine" userId="8779269a92f3eda0" providerId="LiveId" clId="{EDAE93F2-2B1F-4FE5-BBF4-E2EB8FC2390D}" dt="2026-08-01T15:12:32.289" v="1274" actId="26606"/>
          <ac:spMkLst>
            <pc:docMk/>
            <pc:sldMk cId="493241211" sldId="266"/>
            <ac:spMk id="3" creationId="{21239B57-000A-ABD9-65E8-4BF041ADE4C1}"/>
          </ac:spMkLst>
        </pc:spChg>
        <pc:spChg chg="add del">
          <ac:chgData name="Ines Belhoussine" userId="8779269a92f3eda0" providerId="LiveId" clId="{EDAE93F2-2B1F-4FE5-BBF4-E2EB8FC2390D}" dt="2026-08-01T15:12:27.688" v="1271" actId="26606"/>
          <ac:spMkLst>
            <pc:docMk/>
            <pc:sldMk cId="493241211" sldId="266"/>
            <ac:spMk id="9" creationId="{BACC6370-2D7E-4714-9D71-7542949D7D5D}"/>
          </ac:spMkLst>
        </pc:spChg>
        <pc:spChg chg="add del">
          <ac:chgData name="Ines Belhoussine" userId="8779269a92f3eda0" providerId="LiveId" clId="{EDAE93F2-2B1F-4FE5-BBF4-E2EB8FC2390D}" dt="2026-08-01T15:12:27.688" v="1271" actId="26606"/>
          <ac:spMkLst>
            <pc:docMk/>
            <pc:sldMk cId="493241211" sldId="266"/>
            <ac:spMk id="11" creationId="{F68B3F68-107C-434F-AA38-110D5EA91B85}"/>
          </ac:spMkLst>
        </pc:spChg>
        <pc:spChg chg="add del">
          <ac:chgData name="Ines Belhoussine" userId="8779269a92f3eda0" providerId="LiveId" clId="{EDAE93F2-2B1F-4FE5-BBF4-E2EB8FC2390D}" dt="2026-08-01T15:12:27.688" v="1271" actId="26606"/>
          <ac:spMkLst>
            <pc:docMk/>
            <pc:sldMk cId="493241211" sldId="266"/>
            <ac:spMk id="13" creationId="{AAD0DBB9-1A4B-4391-81D4-CB19F9AB918A}"/>
          </ac:spMkLst>
        </pc:spChg>
        <pc:spChg chg="add del">
          <ac:chgData name="Ines Belhoussine" userId="8779269a92f3eda0" providerId="LiveId" clId="{EDAE93F2-2B1F-4FE5-BBF4-E2EB8FC2390D}" dt="2026-08-01T15:12:27.688" v="1271" actId="26606"/>
          <ac:spMkLst>
            <pc:docMk/>
            <pc:sldMk cId="493241211" sldId="266"/>
            <ac:spMk id="15" creationId="{063BBA22-50EA-4C4D-BE05-F1CE4E63AA56}"/>
          </ac:spMkLst>
        </pc:spChg>
        <pc:spChg chg="add del">
          <ac:chgData name="Ines Belhoussine" userId="8779269a92f3eda0" providerId="LiveId" clId="{EDAE93F2-2B1F-4FE5-BBF4-E2EB8FC2390D}" dt="2026-08-01T15:12:32.265" v="1273" actId="26606"/>
          <ac:spMkLst>
            <pc:docMk/>
            <pc:sldMk cId="493241211" sldId="266"/>
            <ac:spMk id="17" creationId="{E51BA4DF-2BD4-4EC2-B1DB-B27C8AC71864}"/>
          </ac:spMkLst>
        </pc:spChg>
        <pc:spChg chg="add del">
          <ac:chgData name="Ines Belhoussine" userId="8779269a92f3eda0" providerId="LiveId" clId="{EDAE93F2-2B1F-4FE5-BBF4-E2EB8FC2390D}" dt="2026-08-01T15:12:32.265" v="1273" actId="26606"/>
          <ac:spMkLst>
            <pc:docMk/>
            <pc:sldMk cId="493241211" sldId="266"/>
            <ac:spMk id="19" creationId="{21239B57-000A-ABD9-65E8-4BF041ADE4C1}"/>
          </ac:spMkLst>
        </pc:spChg>
        <pc:spChg chg="add">
          <ac:chgData name="Ines Belhoussine" userId="8779269a92f3eda0" providerId="LiveId" clId="{EDAE93F2-2B1F-4FE5-BBF4-E2EB8FC2390D}" dt="2026-08-01T15:12:32.289" v="1274" actId="26606"/>
          <ac:spMkLst>
            <pc:docMk/>
            <pc:sldMk cId="493241211" sldId="266"/>
            <ac:spMk id="21" creationId="{C0763A76-9F1C-4FC5-82B7-DD475DA461B2}"/>
          </ac:spMkLst>
        </pc:spChg>
        <pc:spChg chg="add">
          <ac:chgData name="Ines Belhoussine" userId="8779269a92f3eda0" providerId="LiveId" clId="{EDAE93F2-2B1F-4FE5-BBF4-E2EB8FC2390D}" dt="2026-08-01T15:12:32.289" v="1274" actId="26606"/>
          <ac:spMkLst>
            <pc:docMk/>
            <pc:sldMk cId="493241211" sldId="266"/>
            <ac:spMk id="22" creationId="{E81BF4F6-F2CF-4984-9D14-D6966D92F99F}"/>
          </ac:spMkLst>
        </pc:spChg>
        <pc:spChg chg="add mod">
          <ac:chgData name="Ines Belhoussine" userId="8779269a92f3eda0" providerId="LiveId" clId="{EDAE93F2-2B1F-4FE5-BBF4-E2EB8FC2390D}" dt="2026-08-01T20:18:13.102" v="2936" actId="20577"/>
          <ac:spMkLst>
            <pc:docMk/>
            <pc:sldMk cId="493241211" sldId="266"/>
            <ac:spMk id="23" creationId="{21239B57-000A-ABD9-65E8-4BF041ADE4C1}"/>
          </ac:spMkLst>
        </pc:spChg>
        <pc:graphicFrameChg chg="add del">
          <ac:chgData name="Ines Belhoussine" userId="8779269a92f3eda0" providerId="LiveId" clId="{EDAE93F2-2B1F-4FE5-BBF4-E2EB8FC2390D}" dt="2026-08-01T15:12:27.688" v="1271" actId="26606"/>
          <ac:graphicFrameMkLst>
            <pc:docMk/>
            <pc:sldMk cId="493241211" sldId="266"/>
            <ac:graphicFrameMk id="5" creationId="{CB2FCFD8-8887-7CA8-1C5A-3707DAA5625A}"/>
          </ac:graphicFrameMkLst>
        </pc:graphicFrameChg>
        <pc:picChg chg="add">
          <ac:chgData name="Ines Belhoussine" userId="8779269a92f3eda0" providerId="LiveId" clId="{EDAE93F2-2B1F-4FE5-BBF4-E2EB8FC2390D}" dt="2026-08-01T20:27:34.846" v="3685" actId="22"/>
          <ac:picMkLst>
            <pc:docMk/>
            <pc:sldMk cId="493241211" sldId="266"/>
            <ac:picMk id="4" creationId="{F2AECFAB-40EA-5C9D-CCAA-3E5EAE969C1B}"/>
          </ac:picMkLst>
        </pc:picChg>
        <pc:picChg chg="add del">
          <ac:chgData name="Ines Belhoussine" userId="8779269a92f3eda0" providerId="LiveId" clId="{EDAE93F2-2B1F-4FE5-BBF4-E2EB8FC2390D}" dt="2026-08-01T15:12:32.265" v="1273" actId="26606"/>
          <ac:picMkLst>
            <pc:docMk/>
            <pc:sldMk cId="493241211" sldId="266"/>
            <ac:picMk id="18" creationId="{5BF64DF0-568D-8ADF-D1D3-D62E728EC573}"/>
          </ac:picMkLst>
        </pc:picChg>
        <pc:picChg chg="add">
          <ac:chgData name="Ines Belhoussine" userId="8779269a92f3eda0" providerId="LiveId" clId="{EDAE93F2-2B1F-4FE5-BBF4-E2EB8FC2390D}" dt="2026-08-01T15:12:32.289" v="1274" actId="26606"/>
          <ac:picMkLst>
            <pc:docMk/>
            <pc:sldMk cId="493241211" sldId="266"/>
            <ac:picMk id="24" creationId="{8B91F55D-A2F7-561E-70B5-1F2A5303BD10}"/>
          </ac:picMkLst>
        </pc:picChg>
      </pc:sldChg>
      <pc:sldChg chg="addSp delSp modSp mod setBg addAnim">
        <pc:chgData name="Ines Belhoussine" userId="8779269a92f3eda0" providerId="LiveId" clId="{EDAE93F2-2B1F-4FE5-BBF4-E2EB8FC2390D}" dt="2026-08-01T20:27:57.631" v="3691" actId="1076"/>
        <pc:sldMkLst>
          <pc:docMk/>
          <pc:sldMk cId="3316500032" sldId="267"/>
        </pc:sldMkLst>
        <pc:spChg chg="mod">
          <ac:chgData name="Ines Belhoussine" userId="8779269a92f3eda0" providerId="LiveId" clId="{EDAE93F2-2B1F-4FE5-BBF4-E2EB8FC2390D}" dt="2026-08-01T15:18:09.695" v="1370" actId="26606"/>
          <ac:spMkLst>
            <pc:docMk/>
            <pc:sldMk cId="3316500032" sldId="267"/>
            <ac:spMk id="2" creationId="{0229830E-4963-89D4-E421-B6A53D09C02B}"/>
          </ac:spMkLst>
        </pc:spChg>
        <pc:spChg chg="mod">
          <ac:chgData name="Ines Belhoussine" userId="8779269a92f3eda0" providerId="LiveId" clId="{EDAE93F2-2B1F-4FE5-BBF4-E2EB8FC2390D}" dt="2026-08-01T20:26:05.861" v="3660" actId="20577"/>
          <ac:spMkLst>
            <pc:docMk/>
            <pc:sldMk cId="3316500032" sldId="267"/>
            <ac:spMk id="3" creationId="{58493D1E-6D1C-C34B-FE4C-C759299708AB}"/>
          </ac:spMkLst>
        </pc:spChg>
        <pc:spChg chg="add del">
          <ac:chgData name="Ines Belhoussine" userId="8779269a92f3eda0" providerId="LiveId" clId="{EDAE93F2-2B1F-4FE5-BBF4-E2EB8FC2390D}" dt="2026-08-01T15:18:09.695" v="1370" actId="26606"/>
          <ac:spMkLst>
            <pc:docMk/>
            <pc:sldMk cId="3316500032" sldId="267"/>
            <ac:spMk id="8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8:09.695" v="1370" actId="26606"/>
          <ac:spMkLst>
            <pc:docMk/>
            <pc:sldMk cId="3316500032" sldId="267"/>
            <ac:spMk id="10" creationId="{B34F5AD2-EDBD-4BBD-A55C-EAFFD0C7097A}"/>
          </ac:spMkLst>
        </pc:spChg>
        <pc:spChg chg="add">
          <ac:chgData name="Ines Belhoussine" userId="8779269a92f3eda0" providerId="LiveId" clId="{EDAE93F2-2B1F-4FE5-BBF4-E2EB8FC2390D}" dt="2026-08-01T15:18:09.695" v="1370" actId="26606"/>
          <ac:spMkLst>
            <pc:docMk/>
            <pc:sldMk cId="3316500032" sldId="267"/>
            <ac:spMk id="15" creationId="{A7AE9375-4664-4DB2-922D-2782A6E439AC}"/>
          </ac:spMkLst>
        </pc:spChg>
        <pc:spChg chg="add">
          <ac:chgData name="Ines Belhoussine" userId="8779269a92f3eda0" providerId="LiveId" clId="{EDAE93F2-2B1F-4FE5-BBF4-E2EB8FC2390D}" dt="2026-08-01T15:18:09.695" v="1370" actId="26606"/>
          <ac:spMkLst>
            <pc:docMk/>
            <pc:sldMk cId="3316500032" sldId="267"/>
            <ac:spMk id="19" creationId="{9DD005C1-8C51-42D6-9BEE-B9B83849743D}"/>
          </ac:spMkLst>
        </pc:spChg>
        <pc:picChg chg="add mod">
          <ac:chgData name="Ines Belhoussine" userId="8779269a92f3eda0" providerId="LiveId" clId="{EDAE93F2-2B1F-4FE5-BBF4-E2EB8FC2390D}" dt="2026-08-01T20:27:57.631" v="3691" actId="1076"/>
          <ac:picMkLst>
            <pc:docMk/>
            <pc:sldMk cId="3316500032" sldId="267"/>
            <ac:picMk id="5" creationId="{86FC7B0C-AA6D-3946-242F-A89E6709D333}"/>
          </ac:picMkLst>
        </pc:picChg>
        <pc:cxnChg chg="add">
          <ac:chgData name="Ines Belhoussine" userId="8779269a92f3eda0" providerId="LiveId" clId="{EDAE93F2-2B1F-4FE5-BBF4-E2EB8FC2390D}" dt="2026-08-01T15:18:09.695" v="1370" actId="26606"/>
          <ac:cxnSpMkLst>
            <pc:docMk/>
            <pc:sldMk cId="3316500032" sldId="267"/>
            <ac:cxnSpMk id="17" creationId="{EE504C98-6397-41C1-A8D8-2D9C4ED307E0}"/>
          </ac:cxnSpMkLst>
        </pc:cxnChg>
      </pc:sldChg>
      <pc:sldChg chg="addSp delSp modSp new mod setBg">
        <pc:chgData name="Ines Belhoussine" userId="8779269a92f3eda0" providerId="LiveId" clId="{EDAE93F2-2B1F-4FE5-BBF4-E2EB8FC2390D}" dt="2026-08-01T20:27:22.588" v="3678" actId="22"/>
        <pc:sldMkLst>
          <pc:docMk/>
          <pc:sldMk cId="1567824313" sldId="268"/>
        </pc:sldMkLst>
        <pc:spChg chg="mod">
          <ac:chgData name="Ines Belhoussine" userId="8779269a92f3eda0" providerId="LiveId" clId="{EDAE93F2-2B1F-4FE5-BBF4-E2EB8FC2390D}" dt="2026-08-01T15:17:34.317" v="1363" actId="26606"/>
          <ac:spMkLst>
            <pc:docMk/>
            <pc:sldMk cId="1567824313" sldId="268"/>
            <ac:spMk id="2" creationId="{4C47F9F5-D5BB-C92E-91D7-2285575A42B9}"/>
          </ac:spMkLst>
        </pc:spChg>
        <pc:spChg chg="del mod">
          <ac:chgData name="Ines Belhoussine" userId="8779269a92f3eda0" providerId="LiveId" clId="{EDAE93F2-2B1F-4FE5-BBF4-E2EB8FC2390D}" dt="2026-08-01T15:10:25.917" v="1256" actId="26606"/>
          <ac:spMkLst>
            <pc:docMk/>
            <pc:sldMk cId="1567824313" sldId="268"/>
            <ac:spMk id="3" creationId="{B8052F56-01FF-F6B7-3313-94D030314668}"/>
          </ac:spMkLst>
        </pc:spChg>
        <pc:spChg chg="add del">
          <ac:chgData name="Ines Belhoussine" userId="8779269a92f3eda0" providerId="LiveId" clId="{EDAE93F2-2B1F-4FE5-BBF4-E2EB8FC2390D}" dt="2026-08-01T15:10:25.775" v="1255" actId="26606"/>
          <ac:spMkLst>
            <pc:docMk/>
            <pc:sldMk cId="1567824313" sldId="268"/>
            <ac:spMk id="8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0:25.775" v="1255" actId="26606"/>
          <ac:spMkLst>
            <pc:docMk/>
            <pc:sldMk cId="1567824313" sldId="268"/>
            <ac:spMk id="10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0:25.775" v="1255" actId="26606"/>
          <ac:spMkLst>
            <pc:docMk/>
            <pc:sldMk cId="1567824313" sldId="268"/>
            <ac:spMk id="12" creationId="{B8EAE243-3A9F-4A46-B0D9-04C723A8A1BD}"/>
          </ac:spMkLst>
        </pc:spChg>
        <pc:spChg chg="add del">
          <ac:chgData name="Ines Belhoussine" userId="8779269a92f3eda0" providerId="LiveId" clId="{EDAE93F2-2B1F-4FE5-BBF4-E2EB8FC2390D}" dt="2026-08-01T15:10:34.808" v="1257" actId="26606"/>
          <ac:spMkLst>
            <pc:docMk/>
            <pc:sldMk cId="1567824313" sldId="268"/>
            <ac:spMk id="14" creationId="{B50AB553-2A96-4A92-96F2-93548E096954}"/>
          </ac:spMkLst>
        </pc:spChg>
        <pc:spChg chg="add del">
          <ac:chgData name="Ines Belhoussine" userId="8779269a92f3eda0" providerId="LiveId" clId="{EDAE93F2-2B1F-4FE5-BBF4-E2EB8FC2390D}" dt="2026-08-01T15:10:46.322" v="1258" actId="26606"/>
          <ac:spMkLst>
            <pc:docMk/>
            <pc:sldMk cId="1567824313" sldId="268"/>
            <ac:spMk id="19" creationId="{B50AB553-2A96-4A92-96F2-93548E096954}"/>
          </ac:spMkLst>
        </pc:spChg>
        <pc:spChg chg="add del">
          <ac:chgData name="Ines Belhoussine" userId="8779269a92f3eda0" providerId="LiveId" clId="{EDAE93F2-2B1F-4FE5-BBF4-E2EB8FC2390D}" dt="2026-08-01T15:17:34.317" v="1363" actId="26606"/>
          <ac:spMkLst>
            <pc:docMk/>
            <pc:sldMk cId="1567824313" sldId="268"/>
            <ac:spMk id="24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7:34.317" v="1363" actId="26606"/>
          <ac:spMkLst>
            <pc:docMk/>
            <pc:sldMk cId="1567824313" sldId="268"/>
            <ac:spMk id="26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7:34.317" v="1363" actId="26606"/>
          <ac:spMkLst>
            <pc:docMk/>
            <pc:sldMk cId="1567824313" sldId="268"/>
            <ac:spMk id="28" creationId="{450D3AD2-FA80-415F-A9CE-54D884561CD7}"/>
          </ac:spMkLst>
        </pc:spChg>
        <pc:spChg chg="add">
          <ac:chgData name="Ines Belhoussine" userId="8779269a92f3eda0" providerId="LiveId" clId="{EDAE93F2-2B1F-4FE5-BBF4-E2EB8FC2390D}" dt="2026-08-01T15:17:34.317" v="1363" actId="26606"/>
          <ac:spMkLst>
            <pc:docMk/>
            <pc:sldMk cId="1567824313" sldId="268"/>
            <ac:spMk id="33" creationId="{955A2079-FA98-4876-80F0-72364A7D2EA4}"/>
          </ac:spMkLst>
        </pc:spChg>
        <pc:graphicFrameChg chg="add mod modGraphic">
          <ac:chgData name="Ines Belhoussine" userId="8779269a92f3eda0" providerId="LiveId" clId="{EDAE93F2-2B1F-4FE5-BBF4-E2EB8FC2390D}" dt="2026-08-01T15:17:34.317" v="1363" actId="26606"/>
          <ac:graphicFrameMkLst>
            <pc:docMk/>
            <pc:sldMk cId="1567824313" sldId="268"/>
            <ac:graphicFrameMk id="5" creationId="{226D6820-B76D-1867-0B2C-17E5E60663C8}"/>
          </ac:graphicFrameMkLst>
        </pc:graphicFrameChg>
        <pc:picChg chg="add">
          <ac:chgData name="Ines Belhoussine" userId="8779269a92f3eda0" providerId="LiveId" clId="{EDAE93F2-2B1F-4FE5-BBF4-E2EB8FC2390D}" dt="2026-08-01T20:27:22.588" v="3678" actId="22"/>
          <ac:picMkLst>
            <pc:docMk/>
            <pc:sldMk cId="1567824313" sldId="268"/>
            <ac:picMk id="4" creationId="{CE90D00D-3648-B13C-C4D8-1B2D1AB7DA1A}"/>
          </ac:picMkLst>
        </pc:picChg>
        <pc:picChg chg="add del mod ord">
          <ac:chgData name="Ines Belhoussine" userId="8779269a92f3eda0" providerId="LiveId" clId="{EDAE93F2-2B1F-4FE5-BBF4-E2EB8FC2390D}" dt="2026-08-01T15:10:48.471" v="1259" actId="478"/>
          <ac:picMkLst>
            <pc:docMk/>
            <pc:sldMk cId="1567824313" sldId="268"/>
            <ac:picMk id="6" creationId="{E0FF2E3E-59DF-CDF8-82F0-433CC3ACD5D2}"/>
          </ac:picMkLst>
        </pc:picChg>
      </pc:sldChg>
      <pc:sldChg chg="addSp delSp modSp new mod setBg addAnim">
        <pc:chgData name="Ines Belhoussine" userId="8779269a92f3eda0" providerId="LiveId" clId="{EDAE93F2-2B1F-4FE5-BBF4-E2EB8FC2390D}" dt="2026-08-01T20:27:48.034" v="3689" actId="1076"/>
        <pc:sldMkLst>
          <pc:docMk/>
          <pc:sldMk cId="2888781035" sldId="269"/>
        </pc:sldMkLst>
        <pc:spChg chg="mod">
          <ac:chgData name="Ines Belhoussine" userId="8779269a92f3eda0" providerId="LiveId" clId="{EDAE93F2-2B1F-4FE5-BBF4-E2EB8FC2390D}" dt="2026-08-01T15:17:57.262" v="1368" actId="26606"/>
          <ac:spMkLst>
            <pc:docMk/>
            <pc:sldMk cId="2888781035" sldId="269"/>
            <ac:spMk id="2" creationId="{7F5171D0-8130-D545-DE7B-F5B9A419E8D1}"/>
          </ac:spMkLst>
        </pc:spChg>
        <pc:spChg chg="mod">
          <ac:chgData name="Ines Belhoussine" userId="8779269a92f3eda0" providerId="LiveId" clId="{EDAE93F2-2B1F-4FE5-BBF4-E2EB8FC2390D}" dt="2026-08-01T20:14:57.139" v="2292" actId="20577"/>
          <ac:spMkLst>
            <pc:docMk/>
            <pc:sldMk cId="2888781035" sldId="269"/>
            <ac:spMk id="3" creationId="{79C287A6-4CC3-7053-B71F-4A9AB499520B}"/>
          </ac:spMkLst>
        </pc:spChg>
        <pc:spChg chg="add del">
          <ac:chgData name="Ines Belhoussine" userId="8779269a92f3eda0" providerId="LiveId" clId="{EDAE93F2-2B1F-4FE5-BBF4-E2EB8FC2390D}" dt="2026-08-01T15:17:57.262" v="1368" actId="26606"/>
          <ac:spMkLst>
            <pc:docMk/>
            <pc:sldMk cId="2888781035" sldId="269"/>
            <ac:spMk id="8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7:57.262" v="1368" actId="26606"/>
          <ac:spMkLst>
            <pc:docMk/>
            <pc:sldMk cId="2888781035" sldId="269"/>
            <ac:spMk id="10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7:57.262" v="1368" actId="26606"/>
          <ac:spMkLst>
            <pc:docMk/>
            <pc:sldMk cId="2888781035" sldId="269"/>
            <ac:spMk id="12" creationId="{B8EAE243-3A9F-4A46-B0D9-04C723A8A1BD}"/>
          </ac:spMkLst>
        </pc:spChg>
        <pc:spChg chg="add">
          <ac:chgData name="Ines Belhoussine" userId="8779269a92f3eda0" providerId="LiveId" clId="{EDAE93F2-2B1F-4FE5-BBF4-E2EB8FC2390D}" dt="2026-08-01T15:17:57.262" v="1368" actId="26606"/>
          <ac:spMkLst>
            <pc:docMk/>
            <pc:sldMk cId="2888781035" sldId="269"/>
            <ac:spMk id="17" creationId="{A7AE9375-4664-4DB2-922D-2782A6E439AC}"/>
          </ac:spMkLst>
        </pc:spChg>
        <pc:spChg chg="add">
          <ac:chgData name="Ines Belhoussine" userId="8779269a92f3eda0" providerId="LiveId" clId="{EDAE93F2-2B1F-4FE5-BBF4-E2EB8FC2390D}" dt="2026-08-01T15:17:57.262" v="1368" actId="26606"/>
          <ac:spMkLst>
            <pc:docMk/>
            <pc:sldMk cId="2888781035" sldId="269"/>
            <ac:spMk id="21" creationId="{9DD005C1-8C51-42D6-9BEE-B9B83849743D}"/>
          </ac:spMkLst>
        </pc:spChg>
        <pc:picChg chg="add mod">
          <ac:chgData name="Ines Belhoussine" userId="8779269a92f3eda0" providerId="LiveId" clId="{EDAE93F2-2B1F-4FE5-BBF4-E2EB8FC2390D}" dt="2026-08-01T20:27:48.034" v="3689" actId="1076"/>
          <ac:picMkLst>
            <pc:docMk/>
            <pc:sldMk cId="2888781035" sldId="269"/>
            <ac:picMk id="5" creationId="{0BCADFFC-5BC7-2AFE-DCC8-7EB3B9961EF3}"/>
          </ac:picMkLst>
        </pc:picChg>
        <pc:cxnChg chg="add">
          <ac:chgData name="Ines Belhoussine" userId="8779269a92f3eda0" providerId="LiveId" clId="{EDAE93F2-2B1F-4FE5-BBF4-E2EB8FC2390D}" dt="2026-08-01T15:17:57.262" v="1368" actId="26606"/>
          <ac:cxnSpMkLst>
            <pc:docMk/>
            <pc:sldMk cId="2888781035" sldId="269"/>
            <ac:cxnSpMk id="19" creationId="{EE504C98-6397-41C1-A8D8-2D9C4ED307E0}"/>
          </ac:cxnSpMkLst>
        </pc:cxnChg>
      </pc:sldChg>
      <pc:sldChg chg="addSp delSp modSp new mod setBg">
        <pc:chgData name="Ines Belhoussine" userId="8779269a92f3eda0" providerId="LiveId" clId="{EDAE93F2-2B1F-4FE5-BBF4-E2EB8FC2390D}" dt="2026-08-01T20:27:37.278" v="3687" actId="22"/>
        <pc:sldMkLst>
          <pc:docMk/>
          <pc:sldMk cId="3009067443" sldId="270"/>
        </pc:sldMkLst>
        <pc:spChg chg="mod">
          <ac:chgData name="Ines Belhoussine" userId="8779269a92f3eda0" providerId="LiveId" clId="{EDAE93F2-2B1F-4FE5-BBF4-E2EB8FC2390D}" dt="2026-08-01T15:18:32.833" v="1373" actId="26606"/>
          <ac:spMkLst>
            <pc:docMk/>
            <pc:sldMk cId="3009067443" sldId="270"/>
            <ac:spMk id="2" creationId="{82D1BC9B-CE14-6867-A854-9F6268708947}"/>
          </ac:spMkLst>
        </pc:spChg>
        <pc:spChg chg="del mod">
          <ac:chgData name="Ines Belhoussine" userId="8779269a92f3eda0" providerId="LiveId" clId="{EDAE93F2-2B1F-4FE5-BBF4-E2EB8FC2390D}" dt="2026-08-01T15:13:19.773" v="1306" actId="478"/>
          <ac:spMkLst>
            <pc:docMk/>
            <pc:sldMk cId="3009067443" sldId="270"/>
            <ac:spMk id="3" creationId="{3F99235A-535C-4EE8-A423-3250BFCC7163}"/>
          </ac:spMkLst>
        </pc:spChg>
        <pc:spChg chg="add del">
          <ac:chgData name="Ines Belhoussine" userId="8779269a92f3eda0" providerId="LiveId" clId="{EDAE93F2-2B1F-4FE5-BBF4-E2EB8FC2390D}" dt="2026-08-01T15:13:56.780" v="1307" actId="26606"/>
          <ac:spMkLst>
            <pc:docMk/>
            <pc:sldMk cId="3009067443" sldId="270"/>
            <ac:spMk id="10" creationId="{C3896A03-3945-419A-B66B-4EE266EDD152}"/>
          </ac:spMkLst>
        </pc:spChg>
        <pc:spChg chg="add del">
          <ac:chgData name="Ines Belhoussine" userId="8779269a92f3eda0" providerId="LiveId" clId="{EDAE93F2-2B1F-4FE5-BBF4-E2EB8FC2390D}" dt="2026-08-01T15:13:56.780" v="1307" actId="26606"/>
          <ac:spMkLst>
            <pc:docMk/>
            <pc:sldMk cId="3009067443" sldId="270"/>
            <ac:spMk id="12" creationId="{B34F5AD2-EDBD-4BBD-A55C-EAFFD0C7097A}"/>
          </ac:spMkLst>
        </pc:spChg>
        <pc:spChg chg="add del">
          <ac:chgData name="Ines Belhoussine" userId="8779269a92f3eda0" providerId="LiveId" clId="{EDAE93F2-2B1F-4FE5-BBF4-E2EB8FC2390D}" dt="2026-08-01T15:13:56.780" v="1307" actId="26606"/>
          <ac:spMkLst>
            <pc:docMk/>
            <pc:sldMk cId="3009067443" sldId="270"/>
            <ac:spMk id="14" creationId="{450D3AD2-FA80-415F-A9CE-54D884561CD7}"/>
          </ac:spMkLst>
        </pc:spChg>
        <pc:spChg chg="add del">
          <ac:chgData name="Ines Belhoussine" userId="8779269a92f3eda0" providerId="LiveId" clId="{EDAE93F2-2B1F-4FE5-BBF4-E2EB8FC2390D}" dt="2026-08-01T15:18:32.833" v="1373" actId="26606"/>
          <ac:spMkLst>
            <pc:docMk/>
            <pc:sldMk cId="3009067443" sldId="270"/>
            <ac:spMk id="19" creationId="{9B37791B-B040-4694-BFDC-8DD132D86E8E}"/>
          </ac:spMkLst>
        </pc:spChg>
        <pc:spChg chg="add del">
          <ac:chgData name="Ines Belhoussine" userId="8779269a92f3eda0" providerId="LiveId" clId="{EDAE93F2-2B1F-4FE5-BBF4-E2EB8FC2390D}" dt="2026-08-01T15:18:32.819" v="1372" actId="26606"/>
          <ac:spMkLst>
            <pc:docMk/>
            <pc:sldMk cId="3009067443" sldId="270"/>
            <ac:spMk id="32" creationId="{51F77B6A-7F53-4B28-B73D-C8CC899AB221}"/>
          </ac:spMkLst>
        </pc:spChg>
        <pc:spChg chg="add del">
          <ac:chgData name="Ines Belhoussine" userId="8779269a92f3eda0" providerId="LiveId" clId="{EDAE93F2-2B1F-4FE5-BBF4-E2EB8FC2390D}" dt="2026-08-01T15:18:32.819" v="1372" actId="26606"/>
          <ac:spMkLst>
            <pc:docMk/>
            <pc:sldMk cId="3009067443" sldId="270"/>
            <ac:spMk id="38" creationId="{F6E412EF-CF39-4C25-85B0-DB30B1B0A8C4}"/>
          </ac:spMkLst>
        </pc:spChg>
        <pc:spChg chg="add del">
          <ac:chgData name="Ines Belhoussine" userId="8779269a92f3eda0" providerId="LiveId" clId="{EDAE93F2-2B1F-4FE5-BBF4-E2EB8FC2390D}" dt="2026-08-01T15:18:32.819" v="1372" actId="26606"/>
          <ac:spMkLst>
            <pc:docMk/>
            <pc:sldMk cId="3009067443" sldId="270"/>
            <ac:spMk id="40" creationId="{E8DA6235-17F2-4C9E-88C6-C5D38D8D3C03}"/>
          </ac:spMkLst>
        </pc:spChg>
        <pc:spChg chg="add del">
          <ac:chgData name="Ines Belhoussine" userId="8779269a92f3eda0" providerId="LiveId" clId="{EDAE93F2-2B1F-4FE5-BBF4-E2EB8FC2390D}" dt="2026-08-01T15:18:32.819" v="1372" actId="26606"/>
          <ac:spMkLst>
            <pc:docMk/>
            <pc:sldMk cId="3009067443" sldId="270"/>
            <ac:spMk id="42" creationId="{B55DEF71-1741-4489-8E77-46FC5BAA66E2}"/>
          </ac:spMkLst>
        </pc:spChg>
        <pc:spChg chg="add del">
          <ac:chgData name="Ines Belhoussine" userId="8779269a92f3eda0" providerId="LiveId" clId="{EDAE93F2-2B1F-4FE5-BBF4-E2EB8FC2390D}" dt="2026-08-01T15:18:32.819" v="1372" actId="26606"/>
          <ac:spMkLst>
            <pc:docMk/>
            <pc:sldMk cId="3009067443" sldId="270"/>
            <ac:spMk id="44" creationId="{82347B6D-A7CC-48EB-861F-917D0D61E3EA}"/>
          </ac:spMkLst>
        </pc:spChg>
        <pc:spChg chg="add del">
          <ac:chgData name="Ines Belhoussine" userId="8779269a92f3eda0" providerId="LiveId" clId="{EDAE93F2-2B1F-4FE5-BBF4-E2EB8FC2390D}" dt="2026-08-01T15:18:32.819" v="1372" actId="26606"/>
          <ac:spMkLst>
            <pc:docMk/>
            <pc:sldMk cId="3009067443" sldId="270"/>
            <ac:spMk id="46" creationId="{A7A0A46D-CC9B-4E32-870A-7BC2DF940144}"/>
          </ac:spMkLst>
        </pc:spChg>
        <pc:spChg chg="add del">
          <ac:chgData name="Ines Belhoussine" userId="8779269a92f3eda0" providerId="LiveId" clId="{EDAE93F2-2B1F-4FE5-BBF4-E2EB8FC2390D}" dt="2026-08-01T15:18:32.819" v="1372" actId="26606"/>
          <ac:spMkLst>
            <pc:docMk/>
            <pc:sldMk cId="3009067443" sldId="270"/>
            <ac:spMk id="48" creationId="{9178722E-1BD0-427E-BAAE-4F206DAB5818}"/>
          </ac:spMkLst>
        </pc:spChg>
        <pc:spChg chg="add del">
          <ac:chgData name="Ines Belhoussine" userId="8779269a92f3eda0" providerId="LiveId" clId="{EDAE93F2-2B1F-4FE5-BBF4-E2EB8FC2390D}" dt="2026-08-01T15:18:32.819" v="1372" actId="26606"/>
          <ac:spMkLst>
            <pc:docMk/>
            <pc:sldMk cId="3009067443" sldId="270"/>
            <ac:spMk id="50" creationId="{A753B935-E3DD-466D-BFAC-68E0BE02D092}"/>
          </ac:spMkLst>
        </pc:spChg>
        <pc:spChg chg="add">
          <ac:chgData name="Ines Belhoussine" userId="8779269a92f3eda0" providerId="LiveId" clId="{EDAE93F2-2B1F-4FE5-BBF4-E2EB8FC2390D}" dt="2026-08-01T15:18:32.833" v="1373" actId="26606"/>
          <ac:spMkLst>
            <pc:docMk/>
            <pc:sldMk cId="3009067443" sldId="270"/>
            <ac:spMk id="61" creationId="{FB5B0058-AF13-4859-B429-4EDDE2A26F7F}"/>
          </ac:spMkLst>
        </pc:spChg>
        <pc:spChg chg="add">
          <ac:chgData name="Ines Belhoussine" userId="8779269a92f3eda0" providerId="LiveId" clId="{EDAE93F2-2B1F-4FE5-BBF4-E2EB8FC2390D}" dt="2026-08-01T15:18:32.833" v="1373" actId="26606"/>
          <ac:spMkLst>
            <pc:docMk/>
            <pc:sldMk cId="3009067443" sldId="270"/>
            <ac:spMk id="62" creationId="{1A89CBBC-7743-43D9-A324-25CB472E9B2E}"/>
          </ac:spMkLst>
        </pc:spChg>
        <pc:grpChg chg="add del">
          <ac:chgData name="Ines Belhoussine" userId="8779269a92f3eda0" providerId="LiveId" clId="{EDAE93F2-2B1F-4FE5-BBF4-E2EB8FC2390D}" dt="2026-08-01T15:18:32.833" v="1373" actId="26606"/>
          <ac:grpSpMkLst>
            <pc:docMk/>
            <pc:sldMk cId="3009067443" sldId="270"/>
            <ac:grpSpMk id="21" creationId="{4B2AE301-8298-47C2-81FA-781BA50D9933}"/>
          </ac:grpSpMkLst>
        </pc:grpChg>
        <pc:picChg chg="add">
          <ac:chgData name="Ines Belhoussine" userId="8779269a92f3eda0" providerId="LiveId" clId="{EDAE93F2-2B1F-4FE5-BBF4-E2EB8FC2390D}" dt="2026-08-01T20:27:37.278" v="3687" actId="22"/>
          <ac:picMkLst>
            <pc:docMk/>
            <pc:sldMk cId="3009067443" sldId="270"/>
            <ac:picMk id="4" creationId="{4C17BC11-39B4-76C4-25FF-F968759BAA8A}"/>
          </ac:picMkLst>
        </pc:picChg>
        <pc:picChg chg="add mod">
          <ac:chgData name="Ines Belhoussine" userId="8779269a92f3eda0" providerId="LiveId" clId="{EDAE93F2-2B1F-4FE5-BBF4-E2EB8FC2390D}" dt="2026-08-01T15:18:32.833" v="1373" actId="26606"/>
          <ac:picMkLst>
            <pc:docMk/>
            <pc:sldMk cId="3009067443" sldId="270"/>
            <ac:picMk id="7" creationId="{5CBCC3FF-794E-E587-76E8-25F07908997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C69252-7075-4F43-93D1-7E7A7414DDF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9DAFBD-68ED-4BD0-A21E-A16BE8A1E116}">
      <dgm:prSet/>
      <dgm:spPr/>
      <dgm:t>
        <a:bodyPr/>
        <a:lstStyle/>
        <a:p>
          <a:r>
            <a:rPr lang="fr-FR"/>
            <a:t>Nettoyage</a:t>
          </a:r>
          <a:endParaRPr lang="en-US"/>
        </a:p>
      </dgm:t>
    </dgm:pt>
    <dgm:pt modelId="{D9DD4ACC-B5D4-4EE2-925D-61C24A2BF4D8}" type="parTrans" cxnId="{2CB94CBE-B771-4706-A8D8-AB40023D3EA8}">
      <dgm:prSet/>
      <dgm:spPr/>
      <dgm:t>
        <a:bodyPr/>
        <a:lstStyle/>
        <a:p>
          <a:endParaRPr lang="en-US"/>
        </a:p>
      </dgm:t>
    </dgm:pt>
    <dgm:pt modelId="{496DDA89-3D0D-4C44-A3BD-313687E78D34}" type="sibTrans" cxnId="{2CB94CBE-B771-4706-A8D8-AB40023D3EA8}">
      <dgm:prSet/>
      <dgm:spPr/>
      <dgm:t>
        <a:bodyPr/>
        <a:lstStyle/>
        <a:p>
          <a:endParaRPr lang="en-US"/>
        </a:p>
      </dgm:t>
    </dgm:pt>
    <dgm:pt modelId="{FE5D682B-08CA-4CDC-98A5-A491062ABFF0}">
      <dgm:prSet/>
      <dgm:spPr/>
      <dgm:t>
        <a:bodyPr/>
        <a:lstStyle/>
        <a:p>
          <a:r>
            <a:rPr lang="fr-FR"/>
            <a:t>Normalisation</a:t>
          </a:r>
          <a:endParaRPr lang="en-US"/>
        </a:p>
      </dgm:t>
    </dgm:pt>
    <dgm:pt modelId="{BC07B1F0-367F-4653-9C7D-CDF86D4255C6}" type="parTrans" cxnId="{0E51A58A-9CC2-4CB7-9C2A-E322A4FE8644}">
      <dgm:prSet/>
      <dgm:spPr/>
      <dgm:t>
        <a:bodyPr/>
        <a:lstStyle/>
        <a:p>
          <a:endParaRPr lang="en-US"/>
        </a:p>
      </dgm:t>
    </dgm:pt>
    <dgm:pt modelId="{745EE7A5-35AA-4491-87CE-2D1F63D4D2B6}" type="sibTrans" cxnId="{0E51A58A-9CC2-4CB7-9C2A-E322A4FE8644}">
      <dgm:prSet/>
      <dgm:spPr/>
      <dgm:t>
        <a:bodyPr/>
        <a:lstStyle/>
        <a:p>
          <a:endParaRPr lang="en-US"/>
        </a:p>
      </dgm:t>
    </dgm:pt>
    <dgm:pt modelId="{936206B5-C048-4927-A26F-C22CD96C0AEB}">
      <dgm:prSet/>
      <dgm:spPr/>
      <dgm:t>
        <a:bodyPr/>
        <a:lstStyle/>
        <a:p>
          <a:r>
            <a:rPr lang="fr-FR"/>
            <a:t>Jointure avec INSEE</a:t>
          </a:r>
          <a:endParaRPr lang="en-US"/>
        </a:p>
      </dgm:t>
    </dgm:pt>
    <dgm:pt modelId="{E6D2749A-9E82-4BEC-BC3C-C3FCCB3A848C}" type="parTrans" cxnId="{B5471A43-5525-4D78-BFAA-855DC4D936BD}">
      <dgm:prSet/>
      <dgm:spPr/>
      <dgm:t>
        <a:bodyPr/>
        <a:lstStyle/>
        <a:p>
          <a:endParaRPr lang="en-US"/>
        </a:p>
      </dgm:t>
    </dgm:pt>
    <dgm:pt modelId="{A7BD39EF-EF14-4C81-A439-3B74C0BB6C81}" type="sibTrans" cxnId="{B5471A43-5525-4D78-BFAA-855DC4D936BD}">
      <dgm:prSet/>
      <dgm:spPr/>
      <dgm:t>
        <a:bodyPr/>
        <a:lstStyle/>
        <a:p>
          <a:endParaRPr lang="en-US"/>
        </a:p>
      </dgm:t>
    </dgm:pt>
    <dgm:pt modelId="{F35FDF94-3B90-437C-97F9-76CD5B765852}">
      <dgm:prSet/>
      <dgm:spPr/>
      <dgm:t>
        <a:bodyPr/>
        <a:lstStyle/>
        <a:p>
          <a:r>
            <a:rPr lang="fr-FR"/>
            <a:t>Création du mart</a:t>
          </a:r>
          <a:endParaRPr lang="en-US"/>
        </a:p>
      </dgm:t>
    </dgm:pt>
    <dgm:pt modelId="{5134F489-ADCC-41C2-94AE-8F224A2A5D22}" type="parTrans" cxnId="{544628AD-0D1F-4065-8BCA-4F33D678234C}">
      <dgm:prSet/>
      <dgm:spPr/>
      <dgm:t>
        <a:bodyPr/>
        <a:lstStyle/>
        <a:p>
          <a:endParaRPr lang="en-US"/>
        </a:p>
      </dgm:t>
    </dgm:pt>
    <dgm:pt modelId="{DAEB2D5A-51A9-4EDA-A46C-84C55329453A}" type="sibTrans" cxnId="{544628AD-0D1F-4065-8BCA-4F33D678234C}">
      <dgm:prSet/>
      <dgm:spPr/>
      <dgm:t>
        <a:bodyPr/>
        <a:lstStyle/>
        <a:p>
          <a:endParaRPr lang="en-US"/>
        </a:p>
      </dgm:t>
    </dgm:pt>
    <dgm:pt modelId="{A83DA194-B7D7-4A85-9605-03C9152D6E57}">
      <dgm:prSet/>
      <dgm:spPr/>
      <dgm:t>
        <a:bodyPr/>
        <a:lstStyle/>
        <a:p>
          <a:r>
            <a:rPr lang="fr-FR"/>
            <a:t>Calcul des indicateurs</a:t>
          </a:r>
          <a:endParaRPr lang="en-US"/>
        </a:p>
      </dgm:t>
    </dgm:pt>
    <dgm:pt modelId="{A0B2EF21-F639-4667-9DE1-585AE174C1DB}" type="parTrans" cxnId="{86BAEA3E-C1AF-4063-85A1-3B3AC8C34F67}">
      <dgm:prSet/>
      <dgm:spPr/>
      <dgm:t>
        <a:bodyPr/>
        <a:lstStyle/>
        <a:p>
          <a:endParaRPr lang="en-US"/>
        </a:p>
      </dgm:t>
    </dgm:pt>
    <dgm:pt modelId="{0F0AA1CE-82ED-4199-9A2F-A1D9D4DF7B83}" type="sibTrans" cxnId="{86BAEA3E-C1AF-4063-85A1-3B3AC8C34F67}">
      <dgm:prSet/>
      <dgm:spPr/>
      <dgm:t>
        <a:bodyPr/>
        <a:lstStyle/>
        <a:p>
          <a:endParaRPr lang="en-US"/>
        </a:p>
      </dgm:t>
    </dgm:pt>
    <dgm:pt modelId="{FAA23875-D195-4C53-933F-CD991F3E331D}" type="pres">
      <dgm:prSet presAssocID="{64C69252-7075-4F43-93D1-7E7A7414DDFD}" presName="vert0" presStyleCnt="0">
        <dgm:presLayoutVars>
          <dgm:dir/>
          <dgm:animOne val="branch"/>
          <dgm:animLvl val="lvl"/>
        </dgm:presLayoutVars>
      </dgm:prSet>
      <dgm:spPr/>
    </dgm:pt>
    <dgm:pt modelId="{C15BD942-6BF4-4FB6-BA0D-F4ACB783BDB3}" type="pres">
      <dgm:prSet presAssocID="{FE9DAFBD-68ED-4BD0-A21E-A16BE8A1E116}" presName="thickLine" presStyleLbl="alignNode1" presStyleIdx="0" presStyleCnt="5"/>
      <dgm:spPr/>
    </dgm:pt>
    <dgm:pt modelId="{25E5BE90-957B-43DF-81A9-F8F6DD7DE9F5}" type="pres">
      <dgm:prSet presAssocID="{FE9DAFBD-68ED-4BD0-A21E-A16BE8A1E116}" presName="horz1" presStyleCnt="0"/>
      <dgm:spPr/>
    </dgm:pt>
    <dgm:pt modelId="{AA173C2A-03D1-42E3-9FB0-F0A505FD6418}" type="pres">
      <dgm:prSet presAssocID="{FE9DAFBD-68ED-4BD0-A21E-A16BE8A1E116}" presName="tx1" presStyleLbl="revTx" presStyleIdx="0" presStyleCnt="5"/>
      <dgm:spPr/>
    </dgm:pt>
    <dgm:pt modelId="{C6C7EB4A-6E3A-423C-9AD0-388FD49F3532}" type="pres">
      <dgm:prSet presAssocID="{FE9DAFBD-68ED-4BD0-A21E-A16BE8A1E116}" presName="vert1" presStyleCnt="0"/>
      <dgm:spPr/>
    </dgm:pt>
    <dgm:pt modelId="{D1B0CDA9-EAAD-4605-9A42-CCDB8C277AD6}" type="pres">
      <dgm:prSet presAssocID="{FE5D682B-08CA-4CDC-98A5-A491062ABFF0}" presName="thickLine" presStyleLbl="alignNode1" presStyleIdx="1" presStyleCnt="5"/>
      <dgm:spPr/>
    </dgm:pt>
    <dgm:pt modelId="{32CD227D-B6D9-4E85-A780-787FD895A485}" type="pres">
      <dgm:prSet presAssocID="{FE5D682B-08CA-4CDC-98A5-A491062ABFF0}" presName="horz1" presStyleCnt="0"/>
      <dgm:spPr/>
    </dgm:pt>
    <dgm:pt modelId="{09C23CBC-7B17-4D9D-B10A-50E4BED0F496}" type="pres">
      <dgm:prSet presAssocID="{FE5D682B-08CA-4CDC-98A5-A491062ABFF0}" presName="tx1" presStyleLbl="revTx" presStyleIdx="1" presStyleCnt="5"/>
      <dgm:spPr/>
    </dgm:pt>
    <dgm:pt modelId="{35DB13D8-85A2-4252-A85F-85D1C73759F8}" type="pres">
      <dgm:prSet presAssocID="{FE5D682B-08CA-4CDC-98A5-A491062ABFF0}" presName="vert1" presStyleCnt="0"/>
      <dgm:spPr/>
    </dgm:pt>
    <dgm:pt modelId="{68355B68-5631-4281-ABEF-A52DBD6DD9B0}" type="pres">
      <dgm:prSet presAssocID="{936206B5-C048-4927-A26F-C22CD96C0AEB}" presName="thickLine" presStyleLbl="alignNode1" presStyleIdx="2" presStyleCnt="5"/>
      <dgm:spPr/>
    </dgm:pt>
    <dgm:pt modelId="{479CB950-9364-47C5-9EFC-DBD35470F427}" type="pres">
      <dgm:prSet presAssocID="{936206B5-C048-4927-A26F-C22CD96C0AEB}" presName="horz1" presStyleCnt="0"/>
      <dgm:spPr/>
    </dgm:pt>
    <dgm:pt modelId="{D3F0F5EB-7D34-4080-B310-43BE0C4F209E}" type="pres">
      <dgm:prSet presAssocID="{936206B5-C048-4927-A26F-C22CD96C0AEB}" presName="tx1" presStyleLbl="revTx" presStyleIdx="2" presStyleCnt="5"/>
      <dgm:spPr/>
    </dgm:pt>
    <dgm:pt modelId="{3FD7E930-31DB-4BB5-9603-58233CE08AE1}" type="pres">
      <dgm:prSet presAssocID="{936206B5-C048-4927-A26F-C22CD96C0AEB}" presName="vert1" presStyleCnt="0"/>
      <dgm:spPr/>
    </dgm:pt>
    <dgm:pt modelId="{7698B1A2-0B22-4C82-AB08-A545B29BF574}" type="pres">
      <dgm:prSet presAssocID="{F35FDF94-3B90-437C-97F9-76CD5B765852}" presName="thickLine" presStyleLbl="alignNode1" presStyleIdx="3" presStyleCnt="5"/>
      <dgm:spPr/>
    </dgm:pt>
    <dgm:pt modelId="{5AA45EC3-6032-45FC-9CC4-4868143BB0E3}" type="pres">
      <dgm:prSet presAssocID="{F35FDF94-3B90-437C-97F9-76CD5B765852}" presName="horz1" presStyleCnt="0"/>
      <dgm:spPr/>
    </dgm:pt>
    <dgm:pt modelId="{52ABFF0F-4C00-44AE-9DDA-7C3C6C2D3425}" type="pres">
      <dgm:prSet presAssocID="{F35FDF94-3B90-437C-97F9-76CD5B765852}" presName="tx1" presStyleLbl="revTx" presStyleIdx="3" presStyleCnt="5"/>
      <dgm:spPr/>
    </dgm:pt>
    <dgm:pt modelId="{E836E50A-A5F5-450B-A29E-B780EE62F9C7}" type="pres">
      <dgm:prSet presAssocID="{F35FDF94-3B90-437C-97F9-76CD5B765852}" presName="vert1" presStyleCnt="0"/>
      <dgm:spPr/>
    </dgm:pt>
    <dgm:pt modelId="{6AC1E849-6D5A-434E-BA7D-6E1D2CF8BF79}" type="pres">
      <dgm:prSet presAssocID="{A83DA194-B7D7-4A85-9605-03C9152D6E57}" presName="thickLine" presStyleLbl="alignNode1" presStyleIdx="4" presStyleCnt="5"/>
      <dgm:spPr/>
    </dgm:pt>
    <dgm:pt modelId="{47D2C8F3-C9F8-4CD5-91FD-06890592BC57}" type="pres">
      <dgm:prSet presAssocID="{A83DA194-B7D7-4A85-9605-03C9152D6E57}" presName="horz1" presStyleCnt="0"/>
      <dgm:spPr/>
    </dgm:pt>
    <dgm:pt modelId="{0B8D1C42-3025-45D7-AC64-1F53F1E87E2F}" type="pres">
      <dgm:prSet presAssocID="{A83DA194-B7D7-4A85-9605-03C9152D6E57}" presName="tx1" presStyleLbl="revTx" presStyleIdx="4" presStyleCnt="5"/>
      <dgm:spPr/>
    </dgm:pt>
    <dgm:pt modelId="{B2164B69-A407-470B-9529-8D26DDAA03D6}" type="pres">
      <dgm:prSet presAssocID="{A83DA194-B7D7-4A85-9605-03C9152D6E57}" presName="vert1" presStyleCnt="0"/>
      <dgm:spPr/>
    </dgm:pt>
  </dgm:ptLst>
  <dgm:cxnLst>
    <dgm:cxn modelId="{F9E4DF12-F1A0-44E0-8643-FAE21EBF6716}" type="presOf" srcId="{64C69252-7075-4F43-93D1-7E7A7414DDFD}" destId="{FAA23875-D195-4C53-933F-CD991F3E331D}" srcOrd="0" destOrd="0" presId="urn:microsoft.com/office/officeart/2008/layout/LinedList"/>
    <dgm:cxn modelId="{60FCB224-D80A-41D7-B413-09E6066B9C2D}" type="presOf" srcId="{FE9DAFBD-68ED-4BD0-A21E-A16BE8A1E116}" destId="{AA173C2A-03D1-42E3-9FB0-F0A505FD6418}" srcOrd="0" destOrd="0" presId="urn:microsoft.com/office/officeart/2008/layout/LinedList"/>
    <dgm:cxn modelId="{86BAEA3E-C1AF-4063-85A1-3B3AC8C34F67}" srcId="{64C69252-7075-4F43-93D1-7E7A7414DDFD}" destId="{A83DA194-B7D7-4A85-9605-03C9152D6E57}" srcOrd="4" destOrd="0" parTransId="{A0B2EF21-F639-4667-9DE1-585AE174C1DB}" sibTransId="{0F0AA1CE-82ED-4199-9A2F-A1D9D4DF7B83}"/>
    <dgm:cxn modelId="{B5471A43-5525-4D78-BFAA-855DC4D936BD}" srcId="{64C69252-7075-4F43-93D1-7E7A7414DDFD}" destId="{936206B5-C048-4927-A26F-C22CD96C0AEB}" srcOrd="2" destOrd="0" parTransId="{E6D2749A-9E82-4BEC-BC3C-C3FCCB3A848C}" sibTransId="{A7BD39EF-EF14-4C81-A439-3B74C0BB6C81}"/>
    <dgm:cxn modelId="{AB540054-7DD7-4835-934A-1554CDB283FE}" type="presOf" srcId="{F35FDF94-3B90-437C-97F9-76CD5B765852}" destId="{52ABFF0F-4C00-44AE-9DDA-7C3C6C2D3425}" srcOrd="0" destOrd="0" presId="urn:microsoft.com/office/officeart/2008/layout/LinedList"/>
    <dgm:cxn modelId="{10ADAB58-B70B-4B17-969A-623E64A7B46B}" type="presOf" srcId="{FE5D682B-08CA-4CDC-98A5-A491062ABFF0}" destId="{09C23CBC-7B17-4D9D-B10A-50E4BED0F496}" srcOrd="0" destOrd="0" presId="urn:microsoft.com/office/officeart/2008/layout/LinedList"/>
    <dgm:cxn modelId="{0E51A58A-9CC2-4CB7-9C2A-E322A4FE8644}" srcId="{64C69252-7075-4F43-93D1-7E7A7414DDFD}" destId="{FE5D682B-08CA-4CDC-98A5-A491062ABFF0}" srcOrd="1" destOrd="0" parTransId="{BC07B1F0-367F-4653-9C7D-CDF86D4255C6}" sibTransId="{745EE7A5-35AA-4491-87CE-2D1F63D4D2B6}"/>
    <dgm:cxn modelId="{CE04E593-34B7-449A-A53E-EB90EEAE1F3D}" type="presOf" srcId="{936206B5-C048-4927-A26F-C22CD96C0AEB}" destId="{D3F0F5EB-7D34-4080-B310-43BE0C4F209E}" srcOrd="0" destOrd="0" presId="urn:microsoft.com/office/officeart/2008/layout/LinedList"/>
    <dgm:cxn modelId="{544628AD-0D1F-4065-8BCA-4F33D678234C}" srcId="{64C69252-7075-4F43-93D1-7E7A7414DDFD}" destId="{F35FDF94-3B90-437C-97F9-76CD5B765852}" srcOrd="3" destOrd="0" parTransId="{5134F489-ADCC-41C2-94AE-8F224A2A5D22}" sibTransId="{DAEB2D5A-51A9-4EDA-A46C-84C55329453A}"/>
    <dgm:cxn modelId="{2CB94CBE-B771-4706-A8D8-AB40023D3EA8}" srcId="{64C69252-7075-4F43-93D1-7E7A7414DDFD}" destId="{FE9DAFBD-68ED-4BD0-A21E-A16BE8A1E116}" srcOrd="0" destOrd="0" parTransId="{D9DD4ACC-B5D4-4EE2-925D-61C24A2BF4D8}" sibTransId="{496DDA89-3D0D-4C44-A3BD-313687E78D34}"/>
    <dgm:cxn modelId="{FA84C9EC-819F-4632-83B6-72C54E9E56D5}" type="presOf" srcId="{A83DA194-B7D7-4A85-9605-03C9152D6E57}" destId="{0B8D1C42-3025-45D7-AC64-1F53F1E87E2F}" srcOrd="0" destOrd="0" presId="urn:microsoft.com/office/officeart/2008/layout/LinedList"/>
    <dgm:cxn modelId="{7FEBE2F3-02FC-4894-B6B5-55B743C44D58}" type="presParOf" srcId="{FAA23875-D195-4C53-933F-CD991F3E331D}" destId="{C15BD942-6BF4-4FB6-BA0D-F4ACB783BDB3}" srcOrd="0" destOrd="0" presId="urn:microsoft.com/office/officeart/2008/layout/LinedList"/>
    <dgm:cxn modelId="{DCE06E68-66B2-4F1B-B3E4-F101BCFF7E4C}" type="presParOf" srcId="{FAA23875-D195-4C53-933F-CD991F3E331D}" destId="{25E5BE90-957B-43DF-81A9-F8F6DD7DE9F5}" srcOrd="1" destOrd="0" presId="urn:microsoft.com/office/officeart/2008/layout/LinedList"/>
    <dgm:cxn modelId="{CC31B560-FC37-44E3-9353-1DBF3D8911B0}" type="presParOf" srcId="{25E5BE90-957B-43DF-81A9-F8F6DD7DE9F5}" destId="{AA173C2A-03D1-42E3-9FB0-F0A505FD6418}" srcOrd="0" destOrd="0" presId="urn:microsoft.com/office/officeart/2008/layout/LinedList"/>
    <dgm:cxn modelId="{C6911180-CF66-4765-B07A-0F4973B46521}" type="presParOf" srcId="{25E5BE90-957B-43DF-81A9-F8F6DD7DE9F5}" destId="{C6C7EB4A-6E3A-423C-9AD0-388FD49F3532}" srcOrd="1" destOrd="0" presId="urn:microsoft.com/office/officeart/2008/layout/LinedList"/>
    <dgm:cxn modelId="{C5A39582-76AE-4623-B050-2698488AB2C7}" type="presParOf" srcId="{FAA23875-D195-4C53-933F-CD991F3E331D}" destId="{D1B0CDA9-EAAD-4605-9A42-CCDB8C277AD6}" srcOrd="2" destOrd="0" presId="urn:microsoft.com/office/officeart/2008/layout/LinedList"/>
    <dgm:cxn modelId="{C9661C48-A425-448D-BC29-001E7F7C0224}" type="presParOf" srcId="{FAA23875-D195-4C53-933F-CD991F3E331D}" destId="{32CD227D-B6D9-4E85-A780-787FD895A485}" srcOrd="3" destOrd="0" presId="urn:microsoft.com/office/officeart/2008/layout/LinedList"/>
    <dgm:cxn modelId="{8AA6D050-2DA1-4A95-936A-BA41966A9417}" type="presParOf" srcId="{32CD227D-B6D9-4E85-A780-787FD895A485}" destId="{09C23CBC-7B17-4D9D-B10A-50E4BED0F496}" srcOrd="0" destOrd="0" presId="urn:microsoft.com/office/officeart/2008/layout/LinedList"/>
    <dgm:cxn modelId="{C99DEDDC-1789-4C12-95CC-86F8E37A3993}" type="presParOf" srcId="{32CD227D-B6D9-4E85-A780-787FD895A485}" destId="{35DB13D8-85A2-4252-A85F-85D1C73759F8}" srcOrd="1" destOrd="0" presId="urn:microsoft.com/office/officeart/2008/layout/LinedList"/>
    <dgm:cxn modelId="{75A840E5-C64F-49B1-9834-10B62C4F13BC}" type="presParOf" srcId="{FAA23875-D195-4C53-933F-CD991F3E331D}" destId="{68355B68-5631-4281-ABEF-A52DBD6DD9B0}" srcOrd="4" destOrd="0" presId="urn:microsoft.com/office/officeart/2008/layout/LinedList"/>
    <dgm:cxn modelId="{93AC65A5-DA1A-4171-9240-C87418132F1E}" type="presParOf" srcId="{FAA23875-D195-4C53-933F-CD991F3E331D}" destId="{479CB950-9364-47C5-9EFC-DBD35470F427}" srcOrd="5" destOrd="0" presId="urn:microsoft.com/office/officeart/2008/layout/LinedList"/>
    <dgm:cxn modelId="{7F86376F-0AF1-4371-A581-E9DE8053A5F4}" type="presParOf" srcId="{479CB950-9364-47C5-9EFC-DBD35470F427}" destId="{D3F0F5EB-7D34-4080-B310-43BE0C4F209E}" srcOrd="0" destOrd="0" presId="urn:microsoft.com/office/officeart/2008/layout/LinedList"/>
    <dgm:cxn modelId="{F2A44B60-CD8F-454F-9466-ACCD83D6DEB3}" type="presParOf" srcId="{479CB950-9364-47C5-9EFC-DBD35470F427}" destId="{3FD7E930-31DB-4BB5-9603-58233CE08AE1}" srcOrd="1" destOrd="0" presId="urn:microsoft.com/office/officeart/2008/layout/LinedList"/>
    <dgm:cxn modelId="{B495A06B-AC5B-4828-805B-45551D178FB2}" type="presParOf" srcId="{FAA23875-D195-4C53-933F-CD991F3E331D}" destId="{7698B1A2-0B22-4C82-AB08-A545B29BF574}" srcOrd="6" destOrd="0" presId="urn:microsoft.com/office/officeart/2008/layout/LinedList"/>
    <dgm:cxn modelId="{51D16B5E-7706-4293-9F4C-B8E87DED1016}" type="presParOf" srcId="{FAA23875-D195-4C53-933F-CD991F3E331D}" destId="{5AA45EC3-6032-45FC-9CC4-4868143BB0E3}" srcOrd="7" destOrd="0" presId="urn:microsoft.com/office/officeart/2008/layout/LinedList"/>
    <dgm:cxn modelId="{6671AAB9-2098-4661-9694-29D37AFC6D14}" type="presParOf" srcId="{5AA45EC3-6032-45FC-9CC4-4868143BB0E3}" destId="{52ABFF0F-4C00-44AE-9DDA-7C3C6C2D3425}" srcOrd="0" destOrd="0" presId="urn:microsoft.com/office/officeart/2008/layout/LinedList"/>
    <dgm:cxn modelId="{365A1401-A77A-4162-8507-0CBBFCBDC267}" type="presParOf" srcId="{5AA45EC3-6032-45FC-9CC4-4868143BB0E3}" destId="{E836E50A-A5F5-450B-A29E-B780EE62F9C7}" srcOrd="1" destOrd="0" presId="urn:microsoft.com/office/officeart/2008/layout/LinedList"/>
    <dgm:cxn modelId="{C377A4D2-320F-4FBB-A68D-A499FC13AD56}" type="presParOf" srcId="{FAA23875-D195-4C53-933F-CD991F3E331D}" destId="{6AC1E849-6D5A-434E-BA7D-6E1D2CF8BF79}" srcOrd="8" destOrd="0" presId="urn:microsoft.com/office/officeart/2008/layout/LinedList"/>
    <dgm:cxn modelId="{BD322D41-45D9-4ECB-8D2A-7FEB1EC43B63}" type="presParOf" srcId="{FAA23875-D195-4C53-933F-CD991F3E331D}" destId="{47D2C8F3-C9F8-4CD5-91FD-06890592BC57}" srcOrd="9" destOrd="0" presId="urn:microsoft.com/office/officeart/2008/layout/LinedList"/>
    <dgm:cxn modelId="{67D83B61-91A9-4074-8571-B0D37EE65392}" type="presParOf" srcId="{47D2C8F3-C9F8-4CD5-91FD-06890592BC57}" destId="{0B8D1C42-3025-45D7-AC64-1F53F1E87E2F}" srcOrd="0" destOrd="0" presId="urn:microsoft.com/office/officeart/2008/layout/LinedList"/>
    <dgm:cxn modelId="{BD426BDD-FC2B-4C5C-8960-68B93F5297F5}" type="presParOf" srcId="{47D2C8F3-C9F8-4CD5-91FD-06890592BC57}" destId="{B2164B69-A407-470B-9529-8D26DDAA03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BD942-6BF4-4FB6-BA0D-F4ACB783BDB3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73C2A-03D1-42E3-9FB0-F0A505FD6418}">
      <dsp:nvSpPr>
        <dsp:cNvPr id="0" name=""/>
        <dsp:cNvSpPr/>
      </dsp:nvSpPr>
      <dsp:spPr>
        <a:xfrm>
          <a:off x="0" y="531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Nettoyage</a:t>
          </a:r>
          <a:endParaRPr lang="en-US" sz="4000" kern="1200"/>
        </a:p>
      </dsp:txBody>
      <dsp:txXfrm>
        <a:off x="0" y="531"/>
        <a:ext cx="10515600" cy="870296"/>
      </dsp:txXfrm>
    </dsp:sp>
    <dsp:sp modelId="{D1B0CDA9-EAAD-4605-9A42-CCDB8C277AD6}">
      <dsp:nvSpPr>
        <dsp:cNvPr id="0" name=""/>
        <dsp:cNvSpPr/>
      </dsp:nvSpPr>
      <dsp:spPr>
        <a:xfrm>
          <a:off x="0" y="870827"/>
          <a:ext cx="10515600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23CBC-7B17-4D9D-B10A-50E4BED0F496}">
      <dsp:nvSpPr>
        <dsp:cNvPr id="0" name=""/>
        <dsp:cNvSpPr/>
      </dsp:nvSpPr>
      <dsp:spPr>
        <a:xfrm>
          <a:off x="0" y="870827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Normalisation</a:t>
          </a:r>
          <a:endParaRPr lang="en-US" sz="4000" kern="1200"/>
        </a:p>
      </dsp:txBody>
      <dsp:txXfrm>
        <a:off x="0" y="870827"/>
        <a:ext cx="10515600" cy="870296"/>
      </dsp:txXfrm>
    </dsp:sp>
    <dsp:sp modelId="{68355B68-5631-4281-ABEF-A52DBD6DD9B0}">
      <dsp:nvSpPr>
        <dsp:cNvPr id="0" name=""/>
        <dsp:cNvSpPr/>
      </dsp:nvSpPr>
      <dsp:spPr>
        <a:xfrm>
          <a:off x="0" y="1741123"/>
          <a:ext cx="10515600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0F5EB-7D34-4080-B310-43BE0C4F209E}">
      <dsp:nvSpPr>
        <dsp:cNvPr id="0" name=""/>
        <dsp:cNvSpPr/>
      </dsp:nvSpPr>
      <dsp:spPr>
        <a:xfrm>
          <a:off x="0" y="1741123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Jointure avec INSEE</a:t>
          </a:r>
          <a:endParaRPr lang="en-US" sz="4000" kern="1200"/>
        </a:p>
      </dsp:txBody>
      <dsp:txXfrm>
        <a:off x="0" y="1741123"/>
        <a:ext cx="10515600" cy="870296"/>
      </dsp:txXfrm>
    </dsp:sp>
    <dsp:sp modelId="{7698B1A2-0B22-4C82-AB08-A545B29BF574}">
      <dsp:nvSpPr>
        <dsp:cNvPr id="0" name=""/>
        <dsp:cNvSpPr/>
      </dsp:nvSpPr>
      <dsp:spPr>
        <a:xfrm>
          <a:off x="0" y="2611420"/>
          <a:ext cx="10515600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BFF0F-4C00-44AE-9DDA-7C3C6C2D3425}">
      <dsp:nvSpPr>
        <dsp:cNvPr id="0" name=""/>
        <dsp:cNvSpPr/>
      </dsp:nvSpPr>
      <dsp:spPr>
        <a:xfrm>
          <a:off x="0" y="2611420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Création du mart</a:t>
          </a:r>
          <a:endParaRPr lang="en-US" sz="4000" kern="1200"/>
        </a:p>
      </dsp:txBody>
      <dsp:txXfrm>
        <a:off x="0" y="2611420"/>
        <a:ext cx="10515600" cy="870296"/>
      </dsp:txXfrm>
    </dsp:sp>
    <dsp:sp modelId="{6AC1E849-6D5A-434E-BA7D-6E1D2CF8BF79}">
      <dsp:nvSpPr>
        <dsp:cNvPr id="0" name=""/>
        <dsp:cNvSpPr/>
      </dsp:nvSpPr>
      <dsp:spPr>
        <a:xfrm>
          <a:off x="0" y="3481716"/>
          <a:ext cx="1051560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8D1C42-3025-45D7-AC64-1F53F1E87E2F}">
      <dsp:nvSpPr>
        <dsp:cNvPr id="0" name=""/>
        <dsp:cNvSpPr/>
      </dsp:nvSpPr>
      <dsp:spPr>
        <a:xfrm>
          <a:off x="0" y="3481716"/>
          <a:ext cx="10515600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Calcul des indicateurs</a:t>
          </a:r>
          <a:endParaRPr lang="en-US" sz="4000" kern="1200"/>
        </a:p>
      </dsp:txBody>
      <dsp:txXfrm>
        <a:off x="0" y="3481716"/>
        <a:ext cx="10515600" cy="870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7EA63-F5AA-40C0-B6EB-2C41B8C2FEB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50A4E-DFEF-444F-841E-7979CF93C6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9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50A4E-DFEF-444F-841E-7979CF93C63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28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50A4E-DFEF-444F-841E-7979CF93C63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2204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E57BC4-CD87-79F8-B34A-4EB99C0BD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20BF02-CAE9-41F1-B455-239263A16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3A496B-85E0-D838-A5D1-D35888442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F96E66-C55E-76B3-A94E-F2BD9BDF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CB75A1-FBC4-6345-0728-034A296A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83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CB950F-E2AB-F99F-0463-63D2A1984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FD14E3-12CF-5EAA-92A5-6DF37CF41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AB8993-4D42-3179-EC01-2915BE36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28CA73-5AB0-467B-3D58-03FA6489F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641B8-05BA-C668-41F5-FFCA47C9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36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AE889-497B-25FD-EE9E-96D059772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D8F423-6A02-22CE-6F50-D8A0A47E3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A74FC-BCF7-88C3-4E33-36608934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4AD39F-3F91-18C7-60F4-AB0A6C90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0F941F-6CE2-54BA-905A-309DF891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489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2F19BE-64EC-A1DB-6532-C8DC2DA8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83D16B-F5BA-84FE-79F4-1850CDC4C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3646632-87F7-161C-E24D-120B73AA8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B1F21D-3E57-C577-0FB0-CB74F077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05A54C-25C8-1522-95F9-71B270A0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CE9514-F80A-D7EA-0EE5-0E0F78E8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42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CCF41-105F-CD28-03F1-5737C929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9B56D9-B611-0EA0-9580-ABA076837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2209BB-4F6B-7A0D-8AAC-CCC157B09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EC3D3F-B97A-386B-27C0-3BCCBDDF8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BEB8D4-27C2-88A5-DFA5-009E58005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DCC79A-03D5-2635-9B49-C43A639D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52E78E-01BF-F99E-1101-CB248A61A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CDCEB9-3BBF-AC53-4CB3-8855AD37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3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72D31D-62B2-A50D-8117-74692CDF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BAA9EDC-AED7-D9D0-35AE-36138C341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683735-80EC-13EE-C2E5-A575688E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6F4162-78C6-D58F-96C2-486D88B8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706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9E6847-B710-B80F-A615-0CBBB5C4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BA5A2CE-262B-DBAD-55D6-2CE9614A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B2C31B-7909-B525-AB8B-487BE26D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31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4AD2D3-F8DB-85AA-DE48-963BE7C6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B7D842-2FEC-99ED-0D0B-913B47184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A1E83A-9B19-A227-E1AF-138A0FDE8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80C3CA-5B15-082F-AA58-CFE476D4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8880F3-894A-DE61-B2F7-E601221ED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06DDDD-9ACD-4B0C-ADB9-B99DA363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73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2C04DA-1C1D-027A-AFA5-764B425A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433D89B-C9C5-7A81-924E-41502A4DD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BF89F6-FC81-ABE3-7397-B69AF85E3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455125-28EC-6AA8-E7B1-9D98A993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402B71-3086-BBD8-C296-A868B1561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03D01F-E61F-5FB7-B732-EE2D99DE2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70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1444F8-2E14-C590-BE77-AE8AFE37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5E06FC-18BC-4DE6-80EE-2B1462082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FABF96-3F01-C2F0-E3B8-8F4EE893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DB9C7-8CB8-74E1-641B-D04E4C34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DB37AD-126B-A03E-703E-6656582D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00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DE47340-6419-51E5-A75F-8628FAAEA6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8E0FD5-E4EB-5CF4-2215-C093B6804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86DEC6-CB88-8FC1-3D53-1F9266DE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AB057-2777-4D46-46D5-847249F9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ADE356-3388-078F-C212-BC6F0C8D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116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36A0D0C-E7D1-840D-DE44-2822D453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63A1C7-D0E0-BCAD-9C88-03F98068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5BD91-8404-212B-2447-545739E5DC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358139-CF1F-42DC-BF09-D2BE58268896}" type="datetimeFigureOut">
              <a:rPr lang="fr-FR" smtClean="0"/>
              <a:t>02/08/2026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C154D-7C68-51CD-7463-72F446CB6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DECC89-0567-3A84-2AF7-A528E2239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7A13D-3AAB-49F2-AF93-D54B4935CC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61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6CB911E-4F3A-802E-CB58-AE40C5C77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5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Analyse du profil sociodémographique des étudiants des parcours Data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5132694-4AA9-B4FA-9F87-ECA85AE07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2902" y="3429000"/>
            <a:ext cx="807169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Analyse des profils étudiants avec dbt, Snowflake et Power BI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Projet 8 - Openclassrooms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Ines Belhoussine</a:t>
            </a:r>
          </a:p>
        </p:txBody>
      </p:sp>
      <p:cxnSp>
        <p:nvCxnSpPr>
          <p:cNvPr id="95" name="Straight Connector 67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69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4407F44E-C966-72CD-7ABD-E345255D1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6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90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F83533-FC6D-F9FF-E063-5515AFE34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fr-FR" sz="4000"/>
              <a:t>Contexte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7F8466-203A-ECB1-84B9-DEF7340AB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fr-FR" sz="2000"/>
              <a:t>Openclassrooms souhaite mieux connaître le profil de ses étudiants</a:t>
            </a:r>
          </a:p>
          <a:p>
            <a:r>
              <a:rPr lang="fr-FR" sz="2000"/>
              <a:t>Analyser leur répartition selon différents critères</a:t>
            </a:r>
          </a:p>
          <a:p>
            <a:r>
              <a:rPr lang="fr-FR" sz="2000"/>
              <a:t>Produire des indicateurs fiables.</a:t>
            </a:r>
          </a:p>
          <a:p>
            <a:r>
              <a:rPr lang="fr-FR" sz="2000"/>
              <a:t>Mettre à disposition un tableau de bord décisionnel.</a:t>
            </a:r>
          </a:p>
        </p:txBody>
      </p:sp>
      <p:pic>
        <p:nvPicPr>
          <p:cNvPr id="14" name="Picture 13" descr="Notes autocollantes sur un mur">
            <a:extLst>
              <a:ext uri="{FF2B5EF4-FFF2-40B4-BE49-F238E27FC236}">
                <a16:creationId xmlns:a16="http://schemas.microsoft.com/office/drawing/2014/main" id="{564F2CD1-67B7-430E-FCB4-D41939E80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86" r="23049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2874F2D-A9FB-E84E-D379-58322EFF2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3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Background">
            <a:extLst>
              <a:ext uri="{FF2B5EF4-FFF2-40B4-BE49-F238E27FC236}">
                <a16:creationId xmlns:a16="http://schemas.microsoft.com/office/drawing/2014/main" id="{90D0877E-6CD0-4206-8A18-56CEE73E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2806021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DBE4F1-0435-F4EF-8C38-B7081D260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42306"/>
            <a:ext cx="4703816" cy="21214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latin typeface="+mj-lt"/>
                <a:ea typeface="+mj-ea"/>
                <a:cs typeface="+mj-cs"/>
              </a:rPr>
              <a:t>Architecture	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6B16467-D83A-1C27-28B1-E41E8861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02" y="4168475"/>
            <a:ext cx="10668003" cy="1120141"/>
          </a:xfrm>
          <a:prstGeom prst="rect">
            <a:avLst/>
          </a:prstGeom>
          <a:effectLst/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DA2E27B-5866-F573-ED1D-57852D826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1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">
            <a:extLst>
              <a:ext uri="{FF2B5EF4-FFF2-40B4-BE49-F238E27FC236}">
                <a16:creationId xmlns:a16="http://schemas.microsoft.com/office/drawing/2014/main" id="{EEDFD83B-474E-42D8-99FD-25099162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3429000"/>
          </a:xfrm>
          <a:prstGeom prst="rect">
            <a:avLst/>
          </a:prstGeom>
          <a:ln>
            <a:noFill/>
          </a:ln>
          <a:effectLst>
            <a:outerShdw blurRad="203200" dist="127000" dir="5400000" sx="94000" sy="94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FC6AC8-72F6-F1B0-2B31-83FE25396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84047"/>
            <a:ext cx="4495999" cy="2658201"/>
          </a:xfrm>
        </p:spPr>
        <p:txBody>
          <a:bodyPr anchor="ctr">
            <a:normAutofit/>
          </a:bodyPr>
          <a:lstStyle/>
          <a:p>
            <a:r>
              <a:rPr lang="fr-FR" sz="4000"/>
              <a:t>Les données : Jeux de données utilisés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E7705-86C5-0AE2-23F1-517DB9357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4048"/>
            <a:ext cx="5257799" cy="2658201"/>
          </a:xfrm>
        </p:spPr>
        <p:txBody>
          <a:bodyPr anchor="ctr">
            <a:normAutofit/>
          </a:bodyPr>
          <a:lstStyle/>
          <a:p>
            <a:r>
              <a:rPr lang="fr-FR" sz="2000" dirty="0"/>
              <a:t>STUDENTS 4647 lignes, 6 colonnes</a:t>
            </a:r>
          </a:p>
          <a:p>
            <a:r>
              <a:rPr lang="fr-FR" sz="2000" dirty="0"/>
              <a:t>POPULATION_REGION_INSEE 2 colonnes, 21 lignes.</a:t>
            </a:r>
          </a:p>
          <a:p>
            <a:endParaRPr lang="fr-FR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A248FC-9436-FE8B-0396-D0AE7D3AA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02" y="3984541"/>
            <a:ext cx="5160779" cy="2206233"/>
          </a:xfrm>
          <a:prstGeom prst="rect">
            <a:avLst/>
          </a:prstGeom>
          <a:effectLst/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4875403-EF87-26B0-363D-243CDBF9A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14" y="3958523"/>
            <a:ext cx="5109485" cy="2235399"/>
          </a:xfrm>
          <a:prstGeom prst="rect">
            <a:avLst/>
          </a:prstGeom>
          <a:effectLst/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CCA8CF0-CD10-DB63-C15A-3E1C6FC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38FC88A-49A1-67F1-32DC-CD941F3B9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88" y="2085334"/>
            <a:ext cx="3481942" cy="168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Background">
            <a:extLst>
              <a:ext uri="{FF2B5EF4-FFF2-40B4-BE49-F238E27FC236}">
                <a16:creationId xmlns:a16="http://schemas.microsoft.com/office/drawing/2014/main" id="{90D0877E-6CD0-4206-8A18-56CEE73E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2806021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7F3E60-FFF5-DCFA-5327-C6B95C7B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42306"/>
            <a:ext cx="4703816" cy="2121408"/>
          </a:xfrm>
        </p:spPr>
        <p:txBody>
          <a:bodyPr anchor="ctr">
            <a:normAutofit/>
          </a:bodyPr>
          <a:lstStyle/>
          <a:p>
            <a:r>
              <a:rPr lang="fr-FR" sz="4000" dirty="0"/>
              <a:t>Workflow </a:t>
            </a:r>
            <a:r>
              <a:rPr lang="fr-FR" sz="4000" dirty="0" err="1"/>
              <a:t>Dbt</a:t>
            </a:r>
            <a:endParaRPr lang="fr-FR" sz="4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A22370-0B48-766D-AAC5-3487D9FBC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42307"/>
            <a:ext cx="5250873" cy="2121407"/>
          </a:xfrm>
        </p:spPr>
        <p:txBody>
          <a:bodyPr anchor="ctr">
            <a:normAutofit/>
          </a:bodyPr>
          <a:lstStyle/>
          <a:p>
            <a:r>
              <a:rPr lang="fr-FR" sz="2000" dirty="0" err="1"/>
              <a:t>Staging</a:t>
            </a:r>
            <a:endParaRPr lang="fr-FR" sz="2000" dirty="0"/>
          </a:p>
          <a:p>
            <a:r>
              <a:rPr lang="fr-FR" sz="2000" dirty="0" err="1"/>
              <a:t>Intermediate</a:t>
            </a:r>
            <a:endParaRPr lang="fr-FR" sz="2000" dirty="0"/>
          </a:p>
          <a:p>
            <a:r>
              <a:rPr lang="fr-FR" sz="2000" dirty="0"/>
              <a:t>Mart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B66CADE-9D75-48BD-2C1D-D012B2A62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32" y="3190069"/>
            <a:ext cx="9540942" cy="3076953"/>
          </a:xfrm>
          <a:prstGeom prst="rect">
            <a:avLst/>
          </a:prstGeom>
          <a:effectLst/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1FC5470-6484-3E8B-D0B3-0F3FAF243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9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47F9F5-D5BB-C92E-91D7-2285575A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fr-FR" sz="5200"/>
              <a:t>Transformation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226D6820-B76D-1867-0B2C-17E5E6066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817203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CE90D00D-3648-B13C-C4D8-1B2D1AB7DA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2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Background">
            <a:extLst>
              <a:ext uri="{FF2B5EF4-FFF2-40B4-BE49-F238E27FC236}">
                <a16:creationId xmlns:a16="http://schemas.microsoft.com/office/drawing/2014/main" id="{90D0877E-6CD0-4206-8A18-56CEE73E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2806021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C644D0-521F-CD88-0DBE-BCE57E623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42306"/>
            <a:ext cx="4703816" cy="2121408"/>
          </a:xfrm>
        </p:spPr>
        <p:txBody>
          <a:bodyPr anchor="ctr">
            <a:normAutofit/>
          </a:bodyPr>
          <a:lstStyle/>
          <a:p>
            <a:r>
              <a:rPr lang="fr-FR" sz="4000"/>
              <a:t>Contrôle qualité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D03CDB-5302-2657-749C-5492D1259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42307"/>
            <a:ext cx="5250873" cy="2121407"/>
          </a:xfrm>
        </p:spPr>
        <p:txBody>
          <a:bodyPr anchor="ctr">
            <a:normAutofit/>
          </a:bodyPr>
          <a:lstStyle/>
          <a:p>
            <a:r>
              <a:rPr lang="fr-FR" sz="1900"/>
              <a:t>AUCUN NULL</a:t>
            </a:r>
          </a:p>
          <a:p>
            <a:r>
              <a:rPr lang="fr-FR" sz="1900"/>
              <a:t>AUCUN DOUBLON </a:t>
            </a:r>
          </a:p>
          <a:p>
            <a:r>
              <a:rPr lang="fr-FR" sz="1900"/>
              <a:t>TOUS LES TESTS EFFECTUES dans snowflake</a:t>
            </a:r>
          </a:p>
          <a:p>
            <a:endParaRPr lang="fr-FR" sz="1900"/>
          </a:p>
          <a:p>
            <a:pPr marL="0" indent="0">
              <a:buNone/>
            </a:pPr>
            <a:r>
              <a:rPr lang="fr-FR" sz="1900"/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05AC8A-4C84-1474-2014-2CEE169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02" y="3248361"/>
            <a:ext cx="10668003" cy="2960369"/>
          </a:xfrm>
          <a:prstGeom prst="rect">
            <a:avLst/>
          </a:prstGeom>
          <a:effectLst/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619B3CB-C7D4-9CAF-E6B6-1ABED0779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11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36D8E3-D4D3-00D1-B65B-3979FEC4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244742"/>
            <a:ext cx="7015498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 mart final</a:t>
            </a:r>
          </a:p>
        </p:txBody>
      </p:sp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A45B5D2D-4329-B39F-AD61-BCC3E3F2F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01" y="3297393"/>
            <a:ext cx="10668003" cy="2000248"/>
          </a:xfrm>
          <a:prstGeom prst="rect">
            <a:avLst/>
          </a:prstGeom>
          <a:effectLst/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4D52CC1-0A9E-A5E9-B309-1A3DAF484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38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DB60271-CC36-038E-7174-CCC14F968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BCE572-C003-52BE-4DD4-DC6236A7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33497"/>
            <a:ext cx="10593993" cy="10294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POWER BI : Dashboard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7399AC1-16DB-C6DD-B9EA-2A7C7144D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3284" y="2237870"/>
            <a:ext cx="6711352" cy="3842249"/>
          </a:xfrm>
          <a:prstGeom prst="rect">
            <a:avLst/>
          </a:prstGeom>
          <a:effectLst/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40C1FE6-F5A9-A4CA-188F-C82F13558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13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1CFD2D-F024-0717-8F0A-80BB1F82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fr-FR">
                <a:solidFill>
                  <a:schemeClr val="bg1"/>
                </a:solidFill>
              </a:rPr>
              <a:t>Résultat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F5FC49-0CEC-0DD3-F562-2895BD2C2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4 647 étudiants analysés entre 2022 et 2025</a:t>
            </a:r>
          </a:p>
          <a:p>
            <a:r>
              <a:rPr lang="fr-FR" sz="2000" dirty="0">
                <a:solidFill>
                  <a:schemeClr val="bg1"/>
                </a:solidFill>
              </a:rPr>
              <a:t>L’Ile de France est la région la plus représentée en nombre d’étudiants.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La tranche d’âge 30-34 ans est la plus représentée.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Les effectifs présentent une évolution à la baisse sur la période étudiée.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La densité pour 100 000 habitants apporte une analyse complémentaire.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AF2FCB-79D2-06BD-D669-282DAC76F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546" y="4628593"/>
            <a:ext cx="4128940" cy="19571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1EEB519-2088-209E-2020-502FB9E75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69" y="115193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39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5171D0-8130-D545-DE7B-F5B9A419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fr-FR">
                <a:solidFill>
                  <a:schemeClr val="bg1"/>
                </a:solidFill>
              </a:rPr>
              <a:t>Interprétation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C287A6-4CC3-7053-B71F-4A9AB4995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Ces résultats nous permettent de mieux identifier les profils majoritaires parmi les étudiants.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Les régions les plus représentés et celles présentant un potentiel d’évolution.</a:t>
            </a:r>
          </a:p>
          <a:p>
            <a:r>
              <a:rPr lang="fr-FR" sz="2000" dirty="0">
                <a:solidFill>
                  <a:schemeClr val="bg1"/>
                </a:solidFill>
              </a:rPr>
              <a:t>Suivre l’évolution des inscriptions pour anticiper les besoins.</a:t>
            </a:r>
          </a:p>
          <a:p>
            <a:r>
              <a:rPr lang="fr-FR" sz="2000" dirty="0">
                <a:solidFill>
                  <a:schemeClr val="bg1"/>
                </a:solidFill>
              </a:rPr>
              <a:t>Mettre à disposition de la direction une analyse claire et limpide.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BCADFFC-5BC7-2AFE-DCC8-7EB3B9961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8" y="115193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8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F4C7888-CD53-9B7F-45A8-2EB3EEC8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fr-FR">
                <a:solidFill>
                  <a:schemeClr val="bg1"/>
                </a:solidFill>
              </a:rPr>
              <a:t>Limites	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2EF89D-8CFB-324A-9904-BBC2835E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Les données ne couvrent que de 2022 à 2025</a:t>
            </a:r>
          </a:p>
          <a:p>
            <a:r>
              <a:rPr lang="fr-FR" sz="2000" dirty="0">
                <a:solidFill>
                  <a:schemeClr val="bg1"/>
                </a:solidFill>
              </a:rPr>
              <a:t>Les populations de l’INSEE représentent que l’année 2025.</a:t>
            </a:r>
          </a:p>
          <a:p>
            <a:r>
              <a:rPr lang="fr-FR" sz="2000" dirty="0">
                <a:solidFill>
                  <a:schemeClr val="bg1"/>
                </a:solidFill>
              </a:rPr>
              <a:t>Les données disponibles ne permettent pas d’expliquer les causes des différentes évolutions.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771E541-4504-9426-D3E4-7D966B1EF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8" y="115193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57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2D6B87C-6613-B944-1F13-7A4046108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fr-FR" sz="4000"/>
              <a:t>Perspective</a:t>
            </a:r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21239B57-000A-ABD9-65E8-4BF041ADE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fr-FR" sz="2000" dirty="0"/>
              <a:t>Intégrer les populations INSEE correspondant à chaque année étudiée.</a:t>
            </a:r>
          </a:p>
          <a:p>
            <a:r>
              <a:rPr lang="fr-FR" sz="2000" dirty="0"/>
              <a:t>Etudier les inscriptions à une fréquence mensuelle ou trimestrielle.</a:t>
            </a:r>
          </a:p>
          <a:p>
            <a:r>
              <a:rPr lang="fr-FR" sz="2000" dirty="0"/>
              <a:t>Ajouter des indicateurs de réussite, d’abandon et de durée de formation.</a:t>
            </a:r>
          </a:p>
        </p:txBody>
      </p:sp>
      <p:pic>
        <p:nvPicPr>
          <p:cNvPr id="24" name="Picture 4" descr="Loupe montrant des performances en baisse">
            <a:extLst>
              <a:ext uri="{FF2B5EF4-FFF2-40B4-BE49-F238E27FC236}">
                <a16:creationId xmlns:a16="http://schemas.microsoft.com/office/drawing/2014/main" id="{8B91F55D-A2F7-561E-70B5-1F2A5303BD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2AECFAB-40EA-5C9D-CCAA-3E5EAE969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41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29830E-4963-89D4-E421-B6A53D09C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493D1E-6D1C-C34B-FE4C-C75929970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Les </a:t>
            </a:r>
            <a:r>
              <a:rPr lang="en-US" sz="2000" dirty="0" err="1">
                <a:solidFill>
                  <a:schemeClr val="bg1"/>
                </a:solidFill>
              </a:rPr>
              <a:t>objectifs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l’analyse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ont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été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atteints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Un workflow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dbt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clair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documenté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et reproductible </a:t>
            </a: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dirty="0" err="1">
                <a:solidFill>
                  <a:schemeClr val="bg1"/>
                </a:solidFill>
              </a:rPr>
              <a:t>été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construit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Les données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ont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été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nettoyées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dédupliquées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testées</a:t>
            </a:r>
            <a:r>
              <a:rPr lang="en-US" sz="2000" dirty="0">
                <a:solidFill>
                  <a:schemeClr val="bg1"/>
                </a:solidFill>
              </a:rPr>
              <a:t> et </a:t>
            </a:r>
            <a:r>
              <a:rPr lang="en-US" sz="2000" dirty="0" err="1">
                <a:solidFill>
                  <a:schemeClr val="bg1"/>
                </a:solidFill>
              </a:rPr>
              <a:t>enrichis</a:t>
            </a:r>
            <a:r>
              <a:rPr lang="en-US" sz="2000" dirty="0">
                <a:solidFill>
                  <a:schemeClr val="bg1"/>
                </a:solidFill>
              </a:rPr>
              <a:t> avec </a:t>
            </a:r>
            <a:r>
              <a:rPr lang="en-US" sz="2000" dirty="0" err="1">
                <a:solidFill>
                  <a:schemeClr val="bg1"/>
                </a:solidFill>
              </a:rPr>
              <a:t>l’INSEE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Le mart final conserve bien les 4647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étudiants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sans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doublons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ni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valeurs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manquantes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2000" dirty="0">
                <a:solidFill>
                  <a:schemeClr val="bg1"/>
                </a:solidFill>
              </a:rPr>
              <a:t>Le CSV </a:t>
            </a:r>
            <a:r>
              <a:rPr lang="en-US" sz="2000" dirty="0" err="1">
                <a:solidFill>
                  <a:schemeClr val="bg1"/>
                </a:solidFill>
              </a:rPr>
              <a:t>exporté</a:t>
            </a:r>
            <a:r>
              <a:rPr lang="en-US" sz="2000" dirty="0">
                <a:solidFill>
                  <a:schemeClr val="bg1"/>
                </a:solidFill>
              </a:rPr>
              <a:t> est </a:t>
            </a:r>
            <a:r>
              <a:rPr lang="en-US" sz="2000" dirty="0" err="1">
                <a:solidFill>
                  <a:schemeClr val="bg1"/>
                </a:solidFill>
              </a:rPr>
              <a:t>directement</a:t>
            </a:r>
            <a:r>
              <a:rPr lang="en-US" sz="2000" dirty="0">
                <a:solidFill>
                  <a:schemeClr val="bg1"/>
                </a:solidFill>
              </a:rPr>
              <a:t> exploitable.</a:t>
            </a:r>
          </a:p>
          <a:p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Le dashboard Power BI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permet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une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le</a:t>
            </a:r>
            <a:r>
              <a:rPr lang="en-US" sz="2000" dirty="0">
                <a:solidFill>
                  <a:schemeClr val="bg1"/>
                </a:solidFill>
              </a:rPr>
              <a:t>cture simple des </a:t>
            </a:r>
            <a:r>
              <a:rPr lang="en-US" sz="2000" dirty="0" err="1">
                <a:solidFill>
                  <a:schemeClr val="bg1"/>
                </a:solidFill>
              </a:rPr>
              <a:t>profils</a:t>
            </a:r>
            <a:r>
              <a:rPr lang="en-US" sz="2000" dirty="0">
                <a:solidFill>
                  <a:schemeClr val="bg1"/>
                </a:solidFill>
              </a:rPr>
              <a:t> et de </a:t>
            </a:r>
            <a:r>
              <a:rPr lang="en-US" sz="2000" dirty="0" err="1">
                <a:solidFill>
                  <a:schemeClr val="bg1"/>
                </a:solidFill>
              </a:rPr>
              <a:t>leur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évolution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L’analyse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faite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constitue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une</a:t>
            </a:r>
            <a:r>
              <a:rPr lang="en-US" sz="2000" dirty="0">
                <a:solidFill>
                  <a:schemeClr val="bg1"/>
                </a:solidFill>
              </a:rPr>
              <a:t> base </a:t>
            </a:r>
            <a:r>
              <a:rPr lang="en-US" sz="2000" dirty="0" err="1">
                <a:solidFill>
                  <a:schemeClr val="bg1"/>
                </a:solidFill>
              </a:rPr>
              <a:t>fiable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d’aide</a:t>
            </a:r>
            <a:r>
              <a:rPr lang="en-US" sz="2000" dirty="0">
                <a:solidFill>
                  <a:schemeClr val="bg1"/>
                </a:solidFill>
              </a:rPr>
              <a:t> à la decision pour </a:t>
            </a:r>
            <a:r>
              <a:rPr lang="en-US" sz="2000" dirty="0" err="1">
                <a:solidFill>
                  <a:schemeClr val="bg1"/>
                </a:solidFill>
              </a:rPr>
              <a:t>OpenClassrooms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FC7B0C-AA6D-3946-242F-A89E6709D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8" y="115193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D1BC9B-CE14-6867-A854-9F6268708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422400"/>
            <a:ext cx="536733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Merci pour </a:t>
            </a:r>
            <a:r>
              <a:rPr lang="en-US" sz="5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votre</a:t>
            </a:r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écoute</a:t>
            </a:r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A89CBBC-7743-43D9-A324-25CB472E9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4112" y="638849"/>
            <a:ext cx="5505449" cy="547564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CBCC3FF-794E-E587-76E8-25F07908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6467" y="1056303"/>
            <a:ext cx="4640737" cy="464073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C17BC11-39B4-76C4-25FF-F968759BA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712331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674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382</Words>
  <Application>Microsoft Office PowerPoint</Application>
  <PresentationFormat>Grand écran</PresentationFormat>
  <Paragraphs>62</Paragraphs>
  <Slides>15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Analyse du profil sociodémographique des étudiants des parcours Data</vt:lpstr>
      <vt:lpstr>Contexte </vt:lpstr>
      <vt:lpstr>Architecture </vt:lpstr>
      <vt:lpstr>Les données : Jeux de données utilisés </vt:lpstr>
      <vt:lpstr>Workflow Dbt</vt:lpstr>
      <vt:lpstr>Transformation</vt:lpstr>
      <vt:lpstr>Contrôle qualité</vt:lpstr>
      <vt:lpstr>Le mart final</vt:lpstr>
      <vt:lpstr>POWER BI : Dashboard </vt:lpstr>
      <vt:lpstr>Résultat</vt:lpstr>
      <vt:lpstr>Interprétation</vt:lpstr>
      <vt:lpstr>Limites </vt:lpstr>
      <vt:lpstr>Perspective</vt:lpstr>
      <vt:lpstr>Conclusion</vt:lpstr>
      <vt:lpstr>Merci pour votre écoute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Belhoussine</dc:creator>
  <cp:lastModifiedBy>Ines Belhoussine</cp:lastModifiedBy>
  <cp:revision>1</cp:revision>
  <dcterms:created xsi:type="dcterms:W3CDTF">2026-07-31T19:46:37Z</dcterms:created>
  <dcterms:modified xsi:type="dcterms:W3CDTF">2026-08-02T16:06:56Z</dcterms:modified>
</cp:coreProperties>
</file>